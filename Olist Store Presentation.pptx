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5D215-ADE1-400D-A503-1FF09835AB41}" v="104" dt="2024-12-28T15:55:08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ivani Jadhav" userId="2751bfc8e71a4915" providerId="LiveId" clId="{0345D215-ADE1-400D-A503-1FF09835AB41}"/>
    <pc:docChg chg="undo custSel addSld delSld modSld modMainMaster">
      <pc:chgData name="Sanjivani Jadhav" userId="2751bfc8e71a4915" providerId="LiveId" clId="{0345D215-ADE1-400D-A503-1FF09835AB41}" dt="2024-12-28T15:55:08.787" v="3134"/>
      <pc:docMkLst>
        <pc:docMk/>
      </pc:docMkLst>
      <pc:sldChg chg="modTransition">
        <pc:chgData name="Sanjivani Jadhav" userId="2751bfc8e71a4915" providerId="LiveId" clId="{0345D215-ADE1-400D-A503-1FF09835AB41}" dt="2024-12-28T15:55:08.787" v="3134"/>
        <pc:sldMkLst>
          <pc:docMk/>
          <pc:sldMk cId="1834906096" sldId="257"/>
        </pc:sldMkLst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624835774" sldId="258"/>
        </pc:sldMkLst>
        <pc:spChg chg="add mod">
          <ac:chgData name="Sanjivani Jadhav" userId="2751bfc8e71a4915" providerId="LiveId" clId="{0345D215-ADE1-400D-A503-1FF09835AB41}" dt="2024-12-28T13:26:20.371" v="694" actId="255"/>
          <ac:spMkLst>
            <pc:docMk/>
            <pc:sldMk cId="624835774" sldId="258"/>
            <ac:spMk id="2" creationId="{08AA6F36-99C5-7AC2-1D2C-EC61FC481ABA}"/>
          </ac:spMkLst>
        </pc:spChg>
        <pc:spChg chg="add mod">
          <ac:chgData name="Sanjivani Jadhav" userId="2751bfc8e71a4915" providerId="LiveId" clId="{0345D215-ADE1-400D-A503-1FF09835AB41}" dt="2024-12-28T14:50:28.510" v="2231" actId="1076"/>
          <ac:spMkLst>
            <pc:docMk/>
            <pc:sldMk cId="624835774" sldId="258"/>
            <ac:spMk id="3" creationId="{B1CFF2FF-C2F5-754A-9D3F-20D0E33D6030}"/>
          </ac:spMkLst>
        </pc:spChg>
        <pc:spChg chg="add del">
          <ac:chgData name="Sanjivani Jadhav" userId="2751bfc8e71a4915" providerId="LiveId" clId="{0345D215-ADE1-400D-A503-1FF09835AB41}" dt="2024-12-28T13:19:25.598" v="659" actId="26606"/>
          <ac:spMkLst>
            <pc:docMk/>
            <pc:sldMk cId="624835774" sldId="258"/>
            <ac:spMk id="11" creationId="{F3060C83-F051-4F0E-ABAD-AA0DFC48B218}"/>
          </ac:spMkLst>
        </pc:spChg>
        <pc:spChg chg="add del">
          <ac:chgData name="Sanjivani Jadhav" userId="2751bfc8e71a4915" providerId="LiveId" clId="{0345D215-ADE1-400D-A503-1FF09835AB41}" dt="2024-12-28T13:19:25.598" v="659" actId="26606"/>
          <ac:spMkLst>
            <pc:docMk/>
            <pc:sldMk cId="624835774" sldId="258"/>
            <ac:spMk id="13" creationId="{83C98ABE-055B-441F-B07E-44F97F083C39}"/>
          </ac:spMkLst>
        </pc:spChg>
        <pc:spChg chg="add del">
          <ac:chgData name="Sanjivani Jadhav" userId="2751bfc8e71a4915" providerId="LiveId" clId="{0345D215-ADE1-400D-A503-1FF09835AB41}" dt="2024-12-28T13:19:25.598" v="659" actId="26606"/>
          <ac:spMkLst>
            <pc:docMk/>
            <pc:sldMk cId="624835774" sldId="258"/>
            <ac:spMk id="15" creationId="{29FDB030-9B49-4CED-8CCD-4D99382388AC}"/>
          </ac:spMkLst>
        </pc:spChg>
        <pc:spChg chg="add del">
          <ac:chgData name="Sanjivani Jadhav" userId="2751bfc8e71a4915" providerId="LiveId" clId="{0345D215-ADE1-400D-A503-1FF09835AB41}" dt="2024-12-28T13:19:25.598" v="659" actId="26606"/>
          <ac:spMkLst>
            <pc:docMk/>
            <pc:sldMk cId="624835774" sldId="258"/>
            <ac:spMk id="17" creationId="{3783CA14-24A1-485C-8B30-D6A5D87987AD}"/>
          </ac:spMkLst>
        </pc:spChg>
        <pc:spChg chg="add del">
          <ac:chgData name="Sanjivani Jadhav" userId="2751bfc8e71a4915" providerId="LiveId" clId="{0345D215-ADE1-400D-A503-1FF09835AB41}" dt="2024-12-28T13:19:25.598" v="659" actId="26606"/>
          <ac:spMkLst>
            <pc:docMk/>
            <pc:sldMk cId="624835774" sldId="258"/>
            <ac:spMk id="19" creationId="{9A97C86A-04D6-40F7-AE84-31AB43E6A846}"/>
          </ac:spMkLst>
        </pc:spChg>
        <pc:spChg chg="add del">
          <ac:chgData name="Sanjivani Jadhav" userId="2751bfc8e71a4915" providerId="LiveId" clId="{0345D215-ADE1-400D-A503-1FF09835AB41}" dt="2024-12-28T13:19:25.598" v="659" actId="26606"/>
          <ac:spMkLst>
            <pc:docMk/>
            <pc:sldMk cId="624835774" sldId="258"/>
            <ac:spMk id="21" creationId="{FF9F2414-84E8-453E-B1F3-389FDE8192D9}"/>
          </ac:spMkLst>
        </pc:spChg>
        <pc:spChg chg="add del">
          <ac:chgData name="Sanjivani Jadhav" userId="2751bfc8e71a4915" providerId="LiveId" clId="{0345D215-ADE1-400D-A503-1FF09835AB41}" dt="2024-12-28T13:19:25.598" v="659" actId="26606"/>
          <ac:spMkLst>
            <pc:docMk/>
            <pc:sldMk cId="624835774" sldId="258"/>
            <ac:spMk id="23" creationId="{3ECA69A1-7536-43AC-85EF-C7106179F5ED}"/>
          </ac:spMkLst>
        </pc:spChg>
        <pc:spChg chg="add del">
          <ac:chgData name="Sanjivani Jadhav" userId="2751bfc8e71a4915" providerId="LiveId" clId="{0345D215-ADE1-400D-A503-1FF09835AB41}" dt="2024-12-28T13:19:34.409" v="661" actId="26606"/>
          <ac:spMkLst>
            <pc:docMk/>
            <pc:sldMk cId="624835774" sldId="258"/>
            <ac:spMk id="25" creationId="{22F15A2D-2324-487D-A02A-BF46C5C580EB}"/>
          </ac:spMkLst>
        </pc:spChg>
        <pc:spChg chg="add del">
          <ac:chgData name="Sanjivani Jadhav" userId="2751bfc8e71a4915" providerId="LiveId" clId="{0345D215-ADE1-400D-A503-1FF09835AB41}" dt="2024-12-28T13:19:34.409" v="661" actId="26606"/>
          <ac:spMkLst>
            <pc:docMk/>
            <pc:sldMk cId="624835774" sldId="258"/>
            <ac:spMk id="26" creationId="{2AEAFA59-923A-4F54-8B49-44C970BCC323}"/>
          </ac:spMkLst>
        </pc:spChg>
        <pc:spChg chg="add del">
          <ac:chgData name="Sanjivani Jadhav" userId="2751bfc8e71a4915" providerId="LiveId" clId="{0345D215-ADE1-400D-A503-1FF09835AB41}" dt="2024-12-28T13:19:34.409" v="661" actId="26606"/>
          <ac:spMkLst>
            <pc:docMk/>
            <pc:sldMk cId="624835774" sldId="258"/>
            <ac:spMk id="27" creationId="{C37E9D4B-7BFA-4D10-B666-547BAC499469}"/>
          </ac:spMkLst>
        </pc:spChg>
        <pc:spChg chg="add del">
          <ac:chgData name="Sanjivani Jadhav" userId="2751bfc8e71a4915" providerId="LiveId" clId="{0345D215-ADE1-400D-A503-1FF09835AB41}" dt="2024-12-28T13:19:35.758" v="663" actId="26606"/>
          <ac:spMkLst>
            <pc:docMk/>
            <pc:sldMk cId="624835774" sldId="258"/>
            <ac:spMk id="29" creationId="{F3060C83-F051-4F0E-ABAD-AA0DFC48B218}"/>
          </ac:spMkLst>
        </pc:spChg>
        <pc:spChg chg="add del">
          <ac:chgData name="Sanjivani Jadhav" userId="2751bfc8e71a4915" providerId="LiveId" clId="{0345D215-ADE1-400D-A503-1FF09835AB41}" dt="2024-12-28T13:19:35.758" v="663" actId="26606"/>
          <ac:spMkLst>
            <pc:docMk/>
            <pc:sldMk cId="624835774" sldId="258"/>
            <ac:spMk id="30" creationId="{83C98ABE-055B-441F-B07E-44F97F083C39}"/>
          </ac:spMkLst>
        </pc:spChg>
        <pc:spChg chg="add del">
          <ac:chgData name="Sanjivani Jadhav" userId="2751bfc8e71a4915" providerId="LiveId" clId="{0345D215-ADE1-400D-A503-1FF09835AB41}" dt="2024-12-28T13:19:35.758" v="663" actId="26606"/>
          <ac:spMkLst>
            <pc:docMk/>
            <pc:sldMk cId="624835774" sldId="258"/>
            <ac:spMk id="31" creationId="{29FDB030-9B49-4CED-8CCD-4D99382388AC}"/>
          </ac:spMkLst>
        </pc:spChg>
        <pc:spChg chg="add del">
          <ac:chgData name="Sanjivani Jadhav" userId="2751bfc8e71a4915" providerId="LiveId" clId="{0345D215-ADE1-400D-A503-1FF09835AB41}" dt="2024-12-28T13:19:35.758" v="663" actId="26606"/>
          <ac:spMkLst>
            <pc:docMk/>
            <pc:sldMk cId="624835774" sldId="258"/>
            <ac:spMk id="32" creationId="{3783CA14-24A1-485C-8B30-D6A5D87987AD}"/>
          </ac:spMkLst>
        </pc:spChg>
        <pc:spChg chg="add del">
          <ac:chgData name="Sanjivani Jadhav" userId="2751bfc8e71a4915" providerId="LiveId" clId="{0345D215-ADE1-400D-A503-1FF09835AB41}" dt="2024-12-28T13:19:35.758" v="663" actId="26606"/>
          <ac:spMkLst>
            <pc:docMk/>
            <pc:sldMk cId="624835774" sldId="258"/>
            <ac:spMk id="33" creationId="{9A97C86A-04D6-40F7-AE84-31AB43E6A846}"/>
          </ac:spMkLst>
        </pc:spChg>
        <pc:spChg chg="add del">
          <ac:chgData name="Sanjivani Jadhav" userId="2751bfc8e71a4915" providerId="LiveId" clId="{0345D215-ADE1-400D-A503-1FF09835AB41}" dt="2024-12-28T13:19:35.758" v="663" actId="26606"/>
          <ac:spMkLst>
            <pc:docMk/>
            <pc:sldMk cId="624835774" sldId="258"/>
            <ac:spMk id="34" creationId="{FF9F2414-84E8-453E-B1F3-389FDE8192D9}"/>
          </ac:spMkLst>
        </pc:spChg>
        <pc:spChg chg="add del">
          <ac:chgData name="Sanjivani Jadhav" userId="2751bfc8e71a4915" providerId="LiveId" clId="{0345D215-ADE1-400D-A503-1FF09835AB41}" dt="2024-12-28T13:19:35.758" v="663" actId="26606"/>
          <ac:spMkLst>
            <pc:docMk/>
            <pc:sldMk cId="624835774" sldId="258"/>
            <ac:spMk id="35" creationId="{3ECA69A1-7536-43AC-85EF-C7106179F5ED}"/>
          </ac:spMkLst>
        </pc:spChg>
        <pc:spChg chg="add del">
          <ac:chgData name="Sanjivani Jadhav" userId="2751bfc8e71a4915" providerId="LiveId" clId="{0345D215-ADE1-400D-A503-1FF09835AB41}" dt="2024-12-28T13:19:38.358" v="665" actId="26606"/>
          <ac:spMkLst>
            <pc:docMk/>
            <pc:sldMk cId="624835774" sldId="258"/>
            <ac:spMk id="37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3:19:38.358" v="665" actId="26606"/>
          <ac:spMkLst>
            <pc:docMk/>
            <pc:sldMk cId="624835774" sldId="258"/>
            <ac:spMk id="38" creationId="{E2384209-CB15-4CDF-9D31-C44FD9A3F20D}"/>
          </ac:spMkLst>
        </pc:spChg>
        <pc:spChg chg="add del">
          <ac:chgData name="Sanjivani Jadhav" userId="2751bfc8e71a4915" providerId="LiveId" clId="{0345D215-ADE1-400D-A503-1FF09835AB41}" dt="2024-12-28T13:19:38.358" v="665" actId="26606"/>
          <ac:spMkLst>
            <pc:docMk/>
            <pc:sldMk cId="624835774" sldId="258"/>
            <ac:spMk id="39" creationId="{2633B3B5-CC90-43F0-8714-D31D1F3F0209}"/>
          </ac:spMkLst>
        </pc:spChg>
        <pc:spChg chg="add del">
          <ac:chgData name="Sanjivani Jadhav" userId="2751bfc8e71a4915" providerId="LiveId" clId="{0345D215-ADE1-400D-A503-1FF09835AB41}" dt="2024-12-28T13:19:38.358" v="665" actId="26606"/>
          <ac:spMkLst>
            <pc:docMk/>
            <pc:sldMk cId="624835774" sldId="258"/>
            <ac:spMk id="40" creationId="{A8D57A06-A426-446D-B02C-A2DC6B62E45E}"/>
          </ac:spMkLst>
        </pc:spChg>
        <pc:spChg chg="add">
          <ac:chgData name="Sanjivani Jadhav" userId="2751bfc8e71a4915" providerId="LiveId" clId="{0345D215-ADE1-400D-A503-1FF09835AB41}" dt="2024-12-28T13:19:38.389" v="666" actId="26606"/>
          <ac:spMkLst>
            <pc:docMk/>
            <pc:sldMk cId="624835774" sldId="258"/>
            <ac:spMk id="42" creationId="{F3060C83-F051-4F0E-ABAD-AA0DFC48B218}"/>
          </ac:spMkLst>
        </pc:spChg>
        <pc:spChg chg="add">
          <ac:chgData name="Sanjivani Jadhav" userId="2751bfc8e71a4915" providerId="LiveId" clId="{0345D215-ADE1-400D-A503-1FF09835AB41}" dt="2024-12-28T13:19:38.389" v="666" actId="26606"/>
          <ac:spMkLst>
            <pc:docMk/>
            <pc:sldMk cId="624835774" sldId="258"/>
            <ac:spMk id="43" creationId="{83C98ABE-055B-441F-B07E-44F97F083C39}"/>
          </ac:spMkLst>
        </pc:spChg>
        <pc:spChg chg="add">
          <ac:chgData name="Sanjivani Jadhav" userId="2751bfc8e71a4915" providerId="LiveId" clId="{0345D215-ADE1-400D-A503-1FF09835AB41}" dt="2024-12-28T13:19:38.389" v="666" actId="26606"/>
          <ac:spMkLst>
            <pc:docMk/>
            <pc:sldMk cId="624835774" sldId="258"/>
            <ac:spMk id="44" creationId="{29FDB030-9B49-4CED-8CCD-4D99382388AC}"/>
          </ac:spMkLst>
        </pc:spChg>
        <pc:spChg chg="add">
          <ac:chgData name="Sanjivani Jadhav" userId="2751bfc8e71a4915" providerId="LiveId" clId="{0345D215-ADE1-400D-A503-1FF09835AB41}" dt="2024-12-28T13:19:38.389" v="666" actId="26606"/>
          <ac:spMkLst>
            <pc:docMk/>
            <pc:sldMk cId="624835774" sldId="258"/>
            <ac:spMk id="45" creationId="{3783CA14-24A1-485C-8B30-D6A5D87987AD}"/>
          </ac:spMkLst>
        </pc:spChg>
        <pc:spChg chg="add">
          <ac:chgData name="Sanjivani Jadhav" userId="2751bfc8e71a4915" providerId="LiveId" clId="{0345D215-ADE1-400D-A503-1FF09835AB41}" dt="2024-12-28T13:19:38.389" v="666" actId="26606"/>
          <ac:spMkLst>
            <pc:docMk/>
            <pc:sldMk cId="624835774" sldId="258"/>
            <ac:spMk id="46" creationId="{9A97C86A-04D6-40F7-AE84-31AB43E6A846}"/>
          </ac:spMkLst>
        </pc:spChg>
        <pc:spChg chg="add">
          <ac:chgData name="Sanjivani Jadhav" userId="2751bfc8e71a4915" providerId="LiveId" clId="{0345D215-ADE1-400D-A503-1FF09835AB41}" dt="2024-12-28T13:19:38.389" v="666" actId="26606"/>
          <ac:spMkLst>
            <pc:docMk/>
            <pc:sldMk cId="624835774" sldId="258"/>
            <ac:spMk id="47" creationId="{FF9F2414-84E8-453E-B1F3-389FDE8192D9}"/>
          </ac:spMkLst>
        </pc:spChg>
        <pc:spChg chg="add">
          <ac:chgData name="Sanjivani Jadhav" userId="2751bfc8e71a4915" providerId="LiveId" clId="{0345D215-ADE1-400D-A503-1FF09835AB41}" dt="2024-12-28T13:19:38.389" v="666" actId="26606"/>
          <ac:spMkLst>
            <pc:docMk/>
            <pc:sldMk cId="624835774" sldId="258"/>
            <ac:spMk id="48" creationId="{3ECA69A1-7536-43AC-85EF-C7106179F5ED}"/>
          </ac:spMkLst>
        </pc:spChg>
        <pc:grpChg chg="add mod">
          <ac:chgData name="Sanjivani Jadhav" userId="2751bfc8e71a4915" providerId="LiveId" clId="{0345D215-ADE1-400D-A503-1FF09835AB41}" dt="2024-12-28T13:19:38.389" v="666" actId="26606"/>
          <ac:grpSpMkLst>
            <pc:docMk/>
            <pc:sldMk cId="624835774" sldId="258"/>
            <ac:grpSpMk id="6" creationId="{62F54A11-BC2E-EC68-1919-86230BD72C37}"/>
          </ac:grpSpMkLst>
        </pc:grpChg>
        <pc:picChg chg="add mod">
          <ac:chgData name="Sanjivani Jadhav" userId="2751bfc8e71a4915" providerId="LiveId" clId="{0345D215-ADE1-400D-A503-1FF09835AB41}" dt="2024-12-28T13:26:52.617" v="698" actId="14100"/>
          <ac:picMkLst>
            <pc:docMk/>
            <pc:sldMk cId="624835774" sldId="258"/>
            <ac:picMk id="5" creationId="{24DF6394-3DBF-8613-AE8E-D2E9212EB896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297654552" sldId="259"/>
        </pc:sldMkLst>
        <pc:spChg chg="add mod">
          <ac:chgData name="Sanjivani Jadhav" userId="2751bfc8e71a4915" providerId="LiveId" clId="{0345D215-ADE1-400D-A503-1FF09835AB41}" dt="2024-12-28T13:45:37.368" v="1135" actId="1076"/>
          <ac:spMkLst>
            <pc:docMk/>
            <pc:sldMk cId="297654552" sldId="259"/>
            <ac:spMk id="2" creationId="{B40EB44A-F970-4037-9282-B8AAF40B0FF3}"/>
          </ac:spMkLst>
        </pc:spChg>
        <pc:spChg chg="add mod">
          <ac:chgData name="Sanjivani Jadhav" userId="2751bfc8e71a4915" providerId="LiveId" clId="{0345D215-ADE1-400D-A503-1FF09835AB41}" dt="2024-12-28T14:49:06.359" v="2219" actId="1076"/>
          <ac:spMkLst>
            <pc:docMk/>
            <pc:sldMk cId="297654552" sldId="259"/>
            <ac:spMk id="9" creationId="{6F68BD65-7C8C-EB80-5BFC-0C6879FA0FC9}"/>
          </ac:spMkLst>
        </pc:spChg>
        <pc:spChg chg="add del mod">
          <ac:chgData name="Sanjivani Jadhav" userId="2751bfc8e71a4915" providerId="LiveId" clId="{0345D215-ADE1-400D-A503-1FF09835AB41}" dt="2024-12-28T13:34:41.898" v="752" actId="478"/>
          <ac:spMkLst>
            <pc:docMk/>
            <pc:sldMk cId="297654552" sldId="259"/>
            <ac:spMk id="11" creationId="{AE1D6943-D9C8-0518-6B26-82879295E2E3}"/>
          </ac:spMkLst>
        </pc:spChg>
        <pc:spChg chg="add mod">
          <ac:chgData name="Sanjivani Jadhav" userId="2751bfc8e71a4915" providerId="LiveId" clId="{0345D215-ADE1-400D-A503-1FF09835AB41}" dt="2024-12-28T14:49:40.776" v="2225" actId="1076"/>
          <ac:spMkLst>
            <pc:docMk/>
            <pc:sldMk cId="297654552" sldId="259"/>
            <ac:spMk id="13" creationId="{C87E0CC2-65CC-6F82-FCA4-106C087B55AA}"/>
          </ac:spMkLst>
        </pc:spChg>
        <pc:spChg chg="add mod">
          <ac:chgData name="Sanjivani Jadhav" userId="2751bfc8e71a4915" providerId="LiveId" clId="{0345D215-ADE1-400D-A503-1FF09835AB41}" dt="2024-12-28T14:49:22.502" v="2222" actId="1076"/>
          <ac:spMkLst>
            <pc:docMk/>
            <pc:sldMk cId="297654552" sldId="259"/>
            <ac:spMk id="15" creationId="{8351236F-BA68-B86A-3D26-399DDCF79BEF}"/>
          </ac:spMkLst>
        </pc:spChg>
        <pc:spChg chg="add mod">
          <ac:chgData name="Sanjivani Jadhav" userId="2751bfc8e71a4915" providerId="LiveId" clId="{0345D215-ADE1-400D-A503-1FF09835AB41}" dt="2024-12-28T14:48:36.821" v="2214" actId="14100"/>
          <ac:spMkLst>
            <pc:docMk/>
            <pc:sldMk cId="297654552" sldId="259"/>
            <ac:spMk id="17" creationId="{0035AFA2-65F3-A602-7545-97FCA0433335}"/>
          </ac:spMkLst>
        </pc:spChg>
        <pc:spChg chg="add del">
          <ac:chgData name="Sanjivani Jadhav" userId="2751bfc8e71a4915" providerId="LiveId" clId="{0345D215-ADE1-400D-A503-1FF09835AB41}" dt="2024-12-28T13:37:15.758" v="798" actId="478"/>
          <ac:spMkLst>
            <pc:docMk/>
            <pc:sldMk cId="297654552" sldId="259"/>
            <ac:spMk id="18" creationId="{86D536B8-32A2-C6E0-2E07-D2B3DD516528}"/>
          </ac:spMkLst>
        </pc:spChg>
        <pc:spChg chg="add del mod">
          <ac:chgData name="Sanjivani Jadhav" userId="2751bfc8e71a4915" providerId="LiveId" clId="{0345D215-ADE1-400D-A503-1FF09835AB41}" dt="2024-12-28T13:43:11.417" v="1115" actId="478"/>
          <ac:spMkLst>
            <pc:docMk/>
            <pc:sldMk cId="297654552" sldId="259"/>
            <ac:spMk id="19" creationId="{27E16F7E-7C40-AF66-7806-70F8DD886544}"/>
          </ac:spMkLst>
        </pc:spChg>
        <pc:spChg chg="add mod">
          <ac:chgData name="Sanjivani Jadhav" userId="2751bfc8e71a4915" providerId="LiveId" clId="{0345D215-ADE1-400D-A503-1FF09835AB41}" dt="2024-12-28T14:48:22.549" v="2211" actId="14100"/>
          <ac:spMkLst>
            <pc:docMk/>
            <pc:sldMk cId="297654552" sldId="259"/>
            <ac:spMk id="20" creationId="{96689B7B-BC47-EE3A-6C0B-7195B5B0812F}"/>
          </ac:spMkLst>
        </pc:spChg>
        <pc:spChg chg="add mod">
          <ac:chgData name="Sanjivani Jadhav" userId="2751bfc8e71a4915" providerId="LiveId" clId="{0345D215-ADE1-400D-A503-1FF09835AB41}" dt="2024-12-28T14:48:46.024" v="2215" actId="14100"/>
          <ac:spMkLst>
            <pc:docMk/>
            <pc:sldMk cId="297654552" sldId="259"/>
            <ac:spMk id="21" creationId="{D9B2BE52-60D4-6075-78BE-040BEF147142}"/>
          </ac:spMkLst>
        </pc:spChg>
        <pc:spChg chg="add mod">
          <ac:chgData name="Sanjivani Jadhav" userId="2751bfc8e71a4915" providerId="LiveId" clId="{0345D215-ADE1-400D-A503-1FF09835AB41}" dt="2024-12-28T14:48:51.938" v="2216" actId="14100"/>
          <ac:spMkLst>
            <pc:docMk/>
            <pc:sldMk cId="297654552" sldId="259"/>
            <ac:spMk id="22" creationId="{A1246DF6-E13F-2B75-2032-B841013E3025}"/>
          </ac:spMkLst>
        </pc:spChg>
        <pc:spChg chg="add mod">
          <ac:chgData name="Sanjivani Jadhav" userId="2751bfc8e71a4915" providerId="LiveId" clId="{0345D215-ADE1-400D-A503-1FF09835AB41}" dt="2024-12-28T13:44:30.440" v="1123" actId="164"/>
          <ac:spMkLst>
            <pc:docMk/>
            <pc:sldMk cId="297654552" sldId="259"/>
            <ac:spMk id="23" creationId="{0F6B2388-4886-2507-EBF0-064DD8D7A192}"/>
          </ac:spMkLst>
        </pc:spChg>
        <pc:spChg chg="add del">
          <ac:chgData name="Sanjivani Jadhav" userId="2751bfc8e71a4915" providerId="LiveId" clId="{0345D215-ADE1-400D-A503-1FF09835AB41}" dt="2024-12-28T13:44:46.326" v="1125" actId="26606"/>
          <ac:spMkLst>
            <pc:docMk/>
            <pc:sldMk cId="297654552" sldId="259"/>
            <ac:spMk id="29" creationId="{F3060C83-F051-4F0E-ABAD-AA0DFC48B218}"/>
          </ac:spMkLst>
        </pc:spChg>
        <pc:spChg chg="add del">
          <ac:chgData name="Sanjivani Jadhav" userId="2751bfc8e71a4915" providerId="LiveId" clId="{0345D215-ADE1-400D-A503-1FF09835AB41}" dt="2024-12-28T13:44:46.326" v="1125" actId="26606"/>
          <ac:spMkLst>
            <pc:docMk/>
            <pc:sldMk cId="297654552" sldId="259"/>
            <ac:spMk id="31" creationId="{83C98ABE-055B-441F-B07E-44F97F083C39}"/>
          </ac:spMkLst>
        </pc:spChg>
        <pc:spChg chg="add del">
          <ac:chgData name="Sanjivani Jadhav" userId="2751bfc8e71a4915" providerId="LiveId" clId="{0345D215-ADE1-400D-A503-1FF09835AB41}" dt="2024-12-28T13:44:46.326" v="1125" actId="26606"/>
          <ac:spMkLst>
            <pc:docMk/>
            <pc:sldMk cId="297654552" sldId="259"/>
            <ac:spMk id="33" creationId="{29FDB030-9B49-4CED-8CCD-4D99382388AC}"/>
          </ac:spMkLst>
        </pc:spChg>
        <pc:spChg chg="add del">
          <ac:chgData name="Sanjivani Jadhav" userId="2751bfc8e71a4915" providerId="LiveId" clId="{0345D215-ADE1-400D-A503-1FF09835AB41}" dt="2024-12-28T13:44:46.326" v="1125" actId="26606"/>
          <ac:spMkLst>
            <pc:docMk/>
            <pc:sldMk cId="297654552" sldId="259"/>
            <ac:spMk id="35" creationId="{3783CA14-24A1-485C-8B30-D6A5D87987AD}"/>
          </ac:spMkLst>
        </pc:spChg>
        <pc:spChg chg="add del">
          <ac:chgData name="Sanjivani Jadhav" userId="2751bfc8e71a4915" providerId="LiveId" clId="{0345D215-ADE1-400D-A503-1FF09835AB41}" dt="2024-12-28T13:44:46.326" v="1125" actId="26606"/>
          <ac:spMkLst>
            <pc:docMk/>
            <pc:sldMk cId="297654552" sldId="259"/>
            <ac:spMk id="37" creationId="{9A97C86A-04D6-40F7-AE84-31AB43E6A846}"/>
          </ac:spMkLst>
        </pc:spChg>
        <pc:spChg chg="add del">
          <ac:chgData name="Sanjivani Jadhav" userId="2751bfc8e71a4915" providerId="LiveId" clId="{0345D215-ADE1-400D-A503-1FF09835AB41}" dt="2024-12-28T13:44:46.326" v="1125" actId="26606"/>
          <ac:spMkLst>
            <pc:docMk/>
            <pc:sldMk cId="297654552" sldId="259"/>
            <ac:spMk id="39" creationId="{FF9F2414-84E8-453E-B1F3-389FDE8192D9}"/>
          </ac:spMkLst>
        </pc:spChg>
        <pc:spChg chg="add del">
          <ac:chgData name="Sanjivani Jadhav" userId="2751bfc8e71a4915" providerId="LiveId" clId="{0345D215-ADE1-400D-A503-1FF09835AB41}" dt="2024-12-28T13:44:46.326" v="1125" actId="26606"/>
          <ac:spMkLst>
            <pc:docMk/>
            <pc:sldMk cId="297654552" sldId="259"/>
            <ac:spMk id="41" creationId="{3ECA69A1-7536-43AC-85EF-C7106179F5ED}"/>
          </ac:spMkLst>
        </pc:spChg>
        <pc:spChg chg="add del">
          <ac:chgData name="Sanjivani Jadhav" userId="2751bfc8e71a4915" providerId="LiveId" clId="{0345D215-ADE1-400D-A503-1FF09835AB41}" dt="2024-12-28T13:44:50.400" v="1127" actId="26606"/>
          <ac:spMkLst>
            <pc:docMk/>
            <pc:sldMk cId="297654552" sldId="259"/>
            <ac:spMk id="43" creationId="{86FF76B9-219D-4469-AF87-0236D29032F1}"/>
          </ac:spMkLst>
        </pc:spChg>
        <pc:spChg chg="add del">
          <ac:chgData name="Sanjivani Jadhav" userId="2751bfc8e71a4915" providerId="LiveId" clId="{0345D215-ADE1-400D-A503-1FF09835AB41}" dt="2024-12-28T13:44:50.400" v="1127" actId="26606"/>
          <ac:spMkLst>
            <pc:docMk/>
            <pc:sldMk cId="297654552" sldId="259"/>
            <ac:spMk id="46" creationId="{2E80C965-DB6D-4F81-9E9E-B027384D0BD6}"/>
          </ac:spMkLst>
        </pc:spChg>
        <pc:spChg chg="add del">
          <ac:chgData name="Sanjivani Jadhav" userId="2751bfc8e71a4915" providerId="LiveId" clId="{0345D215-ADE1-400D-A503-1FF09835AB41}" dt="2024-12-28T13:44:50.400" v="1127" actId="26606"/>
          <ac:spMkLst>
            <pc:docMk/>
            <pc:sldMk cId="297654552" sldId="259"/>
            <ac:spMk id="47" creationId="{633C5E46-DAC5-4661-9C87-22B08E2A512F}"/>
          </ac:spMkLst>
        </pc:spChg>
        <pc:spChg chg="add del">
          <ac:chgData name="Sanjivani Jadhav" userId="2751bfc8e71a4915" providerId="LiveId" clId="{0345D215-ADE1-400D-A503-1FF09835AB41}" dt="2024-12-28T13:44:58.410" v="1129" actId="26606"/>
          <ac:spMkLst>
            <pc:docMk/>
            <pc:sldMk cId="297654552" sldId="259"/>
            <ac:spMk id="49" creationId="{F3060C83-F051-4F0E-ABAD-AA0DFC48B218}"/>
          </ac:spMkLst>
        </pc:spChg>
        <pc:spChg chg="add del">
          <ac:chgData name="Sanjivani Jadhav" userId="2751bfc8e71a4915" providerId="LiveId" clId="{0345D215-ADE1-400D-A503-1FF09835AB41}" dt="2024-12-28T13:44:58.410" v="1129" actId="26606"/>
          <ac:spMkLst>
            <pc:docMk/>
            <pc:sldMk cId="297654552" sldId="259"/>
            <ac:spMk id="50" creationId="{83C98ABE-055B-441F-B07E-44F97F083C39}"/>
          </ac:spMkLst>
        </pc:spChg>
        <pc:spChg chg="add del">
          <ac:chgData name="Sanjivani Jadhav" userId="2751bfc8e71a4915" providerId="LiveId" clId="{0345D215-ADE1-400D-A503-1FF09835AB41}" dt="2024-12-28T13:44:58.410" v="1129" actId="26606"/>
          <ac:spMkLst>
            <pc:docMk/>
            <pc:sldMk cId="297654552" sldId="259"/>
            <ac:spMk id="51" creationId="{29FDB030-9B49-4CED-8CCD-4D99382388AC}"/>
          </ac:spMkLst>
        </pc:spChg>
        <pc:spChg chg="add del">
          <ac:chgData name="Sanjivani Jadhav" userId="2751bfc8e71a4915" providerId="LiveId" clId="{0345D215-ADE1-400D-A503-1FF09835AB41}" dt="2024-12-28T13:44:58.410" v="1129" actId="26606"/>
          <ac:spMkLst>
            <pc:docMk/>
            <pc:sldMk cId="297654552" sldId="259"/>
            <ac:spMk id="52" creationId="{3783CA14-24A1-485C-8B30-D6A5D87987AD}"/>
          </ac:spMkLst>
        </pc:spChg>
        <pc:spChg chg="add del">
          <ac:chgData name="Sanjivani Jadhav" userId="2751bfc8e71a4915" providerId="LiveId" clId="{0345D215-ADE1-400D-A503-1FF09835AB41}" dt="2024-12-28T13:44:58.410" v="1129" actId="26606"/>
          <ac:spMkLst>
            <pc:docMk/>
            <pc:sldMk cId="297654552" sldId="259"/>
            <ac:spMk id="53" creationId="{9A97C86A-04D6-40F7-AE84-31AB43E6A846}"/>
          </ac:spMkLst>
        </pc:spChg>
        <pc:spChg chg="add del">
          <ac:chgData name="Sanjivani Jadhav" userId="2751bfc8e71a4915" providerId="LiveId" clId="{0345D215-ADE1-400D-A503-1FF09835AB41}" dt="2024-12-28T13:44:58.410" v="1129" actId="26606"/>
          <ac:spMkLst>
            <pc:docMk/>
            <pc:sldMk cId="297654552" sldId="259"/>
            <ac:spMk id="54" creationId="{FF9F2414-84E8-453E-B1F3-389FDE8192D9}"/>
          </ac:spMkLst>
        </pc:spChg>
        <pc:spChg chg="add del">
          <ac:chgData name="Sanjivani Jadhav" userId="2751bfc8e71a4915" providerId="LiveId" clId="{0345D215-ADE1-400D-A503-1FF09835AB41}" dt="2024-12-28T13:44:58.410" v="1129" actId="26606"/>
          <ac:spMkLst>
            <pc:docMk/>
            <pc:sldMk cId="297654552" sldId="259"/>
            <ac:spMk id="55" creationId="{3ECA69A1-7536-43AC-85EF-C7106179F5ED}"/>
          </ac:spMkLst>
        </pc:spChg>
        <pc:spChg chg="add del">
          <ac:chgData name="Sanjivani Jadhav" userId="2751bfc8e71a4915" providerId="LiveId" clId="{0345D215-ADE1-400D-A503-1FF09835AB41}" dt="2024-12-28T13:45:09.100" v="1131" actId="26606"/>
          <ac:spMkLst>
            <pc:docMk/>
            <pc:sldMk cId="297654552" sldId="259"/>
            <ac:spMk id="57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3:45:09.100" v="1131" actId="26606"/>
          <ac:spMkLst>
            <pc:docMk/>
            <pc:sldMk cId="297654552" sldId="259"/>
            <ac:spMk id="58" creationId="{E2384209-CB15-4CDF-9D31-C44FD9A3F20D}"/>
          </ac:spMkLst>
        </pc:spChg>
        <pc:spChg chg="add del">
          <ac:chgData name="Sanjivani Jadhav" userId="2751bfc8e71a4915" providerId="LiveId" clId="{0345D215-ADE1-400D-A503-1FF09835AB41}" dt="2024-12-28T13:45:09.100" v="1131" actId="26606"/>
          <ac:spMkLst>
            <pc:docMk/>
            <pc:sldMk cId="297654552" sldId="259"/>
            <ac:spMk id="59" creationId="{2633B3B5-CC90-43F0-8714-D31D1F3F0209}"/>
          </ac:spMkLst>
        </pc:spChg>
        <pc:spChg chg="add del">
          <ac:chgData name="Sanjivani Jadhav" userId="2751bfc8e71a4915" providerId="LiveId" clId="{0345D215-ADE1-400D-A503-1FF09835AB41}" dt="2024-12-28T13:45:09.100" v="1131" actId="26606"/>
          <ac:spMkLst>
            <pc:docMk/>
            <pc:sldMk cId="297654552" sldId="259"/>
            <ac:spMk id="60" creationId="{A8D57A06-A426-446D-B02C-A2DC6B62E45E}"/>
          </ac:spMkLst>
        </pc:spChg>
        <pc:spChg chg="add">
          <ac:chgData name="Sanjivani Jadhav" userId="2751bfc8e71a4915" providerId="LiveId" clId="{0345D215-ADE1-400D-A503-1FF09835AB41}" dt="2024-12-28T13:45:09.116" v="1132" actId="26606"/>
          <ac:spMkLst>
            <pc:docMk/>
            <pc:sldMk cId="297654552" sldId="259"/>
            <ac:spMk id="62" creationId="{86FF76B9-219D-4469-AF87-0236D29032F1}"/>
          </ac:spMkLst>
        </pc:spChg>
        <pc:spChg chg="add">
          <ac:chgData name="Sanjivani Jadhav" userId="2751bfc8e71a4915" providerId="LiveId" clId="{0345D215-ADE1-400D-A503-1FF09835AB41}" dt="2024-12-28T13:45:09.116" v="1132" actId="26606"/>
          <ac:spMkLst>
            <pc:docMk/>
            <pc:sldMk cId="297654552" sldId="259"/>
            <ac:spMk id="65" creationId="{2E80C965-DB6D-4F81-9E9E-B027384D0BD6}"/>
          </ac:spMkLst>
        </pc:spChg>
        <pc:spChg chg="add">
          <ac:chgData name="Sanjivani Jadhav" userId="2751bfc8e71a4915" providerId="LiveId" clId="{0345D215-ADE1-400D-A503-1FF09835AB41}" dt="2024-12-28T13:45:09.116" v="1132" actId="26606"/>
          <ac:spMkLst>
            <pc:docMk/>
            <pc:sldMk cId="297654552" sldId="259"/>
            <ac:spMk id="66" creationId="{633C5E46-DAC5-4661-9C87-22B08E2A512F}"/>
          </ac:spMkLst>
        </pc:spChg>
        <pc:grpChg chg="add mod">
          <ac:chgData name="Sanjivani Jadhav" userId="2751bfc8e71a4915" providerId="LiveId" clId="{0345D215-ADE1-400D-A503-1FF09835AB41}" dt="2024-12-28T13:45:31.664" v="1134" actId="1076"/>
          <ac:grpSpMkLst>
            <pc:docMk/>
            <pc:sldMk cId="297654552" sldId="259"/>
            <ac:grpSpMk id="24" creationId="{878A0C0F-D877-5A5F-DDEE-C8385B5BCA8C}"/>
          </ac:grpSpMkLst>
        </pc:grpChg>
        <pc:grpChg chg="add del">
          <ac:chgData name="Sanjivani Jadhav" userId="2751bfc8e71a4915" providerId="LiveId" clId="{0345D215-ADE1-400D-A503-1FF09835AB41}" dt="2024-12-28T13:44:50.400" v="1127" actId="26606"/>
          <ac:grpSpMkLst>
            <pc:docMk/>
            <pc:sldMk cId="297654552" sldId="259"/>
            <ac:grpSpMk id="44" creationId="{DB88BD78-87E1-424D-B479-C37D8E41B12E}"/>
          </ac:grpSpMkLst>
        </pc:grpChg>
        <pc:grpChg chg="add">
          <ac:chgData name="Sanjivani Jadhav" userId="2751bfc8e71a4915" providerId="LiveId" clId="{0345D215-ADE1-400D-A503-1FF09835AB41}" dt="2024-12-28T13:45:09.116" v="1132" actId="26606"/>
          <ac:grpSpMkLst>
            <pc:docMk/>
            <pc:sldMk cId="297654552" sldId="259"/>
            <ac:grpSpMk id="63" creationId="{DB88BD78-87E1-424D-B479-C37D8E41B12E}"/>
          </ac:grpSpMkLst>
        </pc:grpChg>
        <pc:graphicFrameChg chg="add del mod modGraphic">
          <ac:chgData name="Sanjivani Jadhav" userId="2751bfc8e71a4915" providerId="LiveId" clId="{0345D215-ADE1-400D-A503-1FF09835AB41}" dt="2024-12-28T13:36:23.392" v="789" actId="478"/>
          <ac:graphicFrameMkLst>
            <pc:docMk/>
            <pc:sldMk cId="297654552" sldId="259"/>
            <ac:graphicFrameMk id="16" creationId="{9D683897-D6CE-DD9A-20C6-4301EF79BB77}"/>
          </ac:graphicFrameMkLst>
        </pc:graphicFrameChg>
        <pc:picChg chg="add del mod">
          <ac:chgData name="Sanjivani Jadhav" userId="2751bfc8e71a4915" providerId="LiveId" clId="{0345D215-ADE1-400D-A503-1FF09835AB41}" dt="2024-12-28T13:30:17.044" v="702" actId="478"/>
          <ac:picMkLst>
            <pc:docMk/>
            <pc:sldMk cId="297654552" sldId="259"/>
            <ac:picMk id="4" creationId="{C2501B89-9CDC-EE9E-0B48-D3EF9D59E0B5}"/>
          </ac:picMkLst>
        </pc:picChg>
        <pc:picChg chg="add mod modCrop">
          <ac:chgData name="Sanjivani Jadhav" userId="2751bfc8e71a4915" providerId="LiveId" clId="{0345D215-ADE1-400D-A503-1FF09835AB41}" dt="2024-12-28T13:44:30.440" v="1123" actId="164"/>
          <ac:picMkLst>
            <pc:docMk/>
            <pc:sldMk cId="297654552" sldId="259"/>
            <ac:picMk id="6" creationId="{8A605AAA-09BF-B55C-C250-ECBB7597BB7F}"/>
          </ac:picMkLst>
        </pc:picChg>
        <pc:picChg chg="add mod modCrop">
          <ac:chgData name="Sanjivani Jadhav" userId="2751bfc8e71a4915" providerId="LiveId" clId="{0345D215-ADE1-400D-A503-1FF09835AB41}" dt="2024-12-28T14:48:30.460" v="2213" actId="1076"/>
          <ac:picMkLst>
            <pc:docMk/>
            <pc:sldMk cId="297654552" sldId="259"/>
            <ac:picMk id="7" creationId="{5C0DE012-CFD2-0E61-CD54-4769DECBDB83}"/>
          </ac:picMkLst>
        </pc:picChg>
        <pc:picChg chg="add mod modCrop">
          <ac:chgData name="Sanjivani Jadhav" userId="2751bfc8e71a4915" providerId="LiveId" clId="{0345D215-ADE1-400D-A503-1FF09835AB41}" dt="2024-12-28T13:44:30.440" v="1123" actId="164"/>
          <ac:picMkLst>
            <pc:docMk/>
            <pc:sldMk cId="297654552" sldId="259"/>
            <ac:picMk id="8" creationId="{923AE801-8AFE-9DCB-7134-B2CBB06F9999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3867629617" sldId="260"/>
        </pc:sldMkLst>
        <pc:spChg chg="add mod">
          <ac:chgData name="Sanjivani Jadhav" userId="2751bfc8e71a4915" providerId="LiveId" clId="{0345D215-ADE1-400D-A503-1FF09835AB41}" dt="2024-12-28T14:03:06.453" v="1492" actId="164"/>
          <ac:spMkLst>
            <pc:docMk/>
            <pc:sldMk cId="3867629617" sldId="260"/>
            <ac:spMk id="2" creationId="{828D2CB9-78CC-F25A-B8FE-FAB80DEE3F3B}"/>
          </ac:spMkLst>
        </pc:spChg>
        <pc:spChg chg="add mod">
          <ac:chgData name="Sanjivani Jadhav" userId="2751bfc8e71a4915" providerId="LiveId" clId="{0345D215-ADE1-400D-A503-1FF09835AB41}" dt="2024-12-28T14:27:30.738" v="1668" actId="113"/>
          <ac:spMkLst>
            <pc:docMk/>
            <pc:sldMk cId="3867629617" sldId="260"/>
            <ac:spMk id="3" creationId="{BEB1B0A3-CE93-194B-D223-AECC5707FB46}"/>
          </ac:spMkLst>
        </pc:spChg>
        <pc:spChg chg="add">
          <ac:chgData name="Sanjivani Jadhav" userId="2751bfc8e71a4915" providerId="LiveId" clId="{0345D215-ADE1-400D-A503-1FF09835AB41}" dt="2024-12-28T14:03:14.942" v="1493" actId="26606"/>
          <ac:spMkLst>
            <pc:docMk/>
            <pc:sldMk cId="3867629617" sldId="260"/>
            <ac:spMk id="10" creationId="{F3060C83-F051-4F0E-ABAD-AA0DFC48B218}"/>
          </ac:spMkLst>
        </pc:spChg>
        <pc:spChg chg="add">
          <ac:chgData name="Sanjivani Jadhav" userId="2751bfc8e71a4915" providerId="LiveId" clId="{0345D215-ADE1-400D-A503-1FF09835AB41}" dt="2024-12-28T14:03:14.942" v="1493" actId="26606"/>
          <ac:spMkLst>
            <pc:docMk/>
            <pc:sldMk cId="3867629617" sldId="260"/>
            <ac:spMk id="12" creationId="{83C98ABE-055B-441F-B07E-44F97F083C39}"/>
          </ac:spMkLst>
        </pc:spChg>
        <pc:spChg chg="add">
          <ac:chgData name="Sanjivani Jadhav" userId="2751bfc8e71a4915" providerId="LiveId" clId="{0345D215-ADE1-400D-A503-1FF09835AB41}" dt="2024-12-28T14:03:14.942" v="1493" actId="26606"/>
          <ac:spMkLst>
            <pc:docMk/>
            <pc:sldMk cId="3867629617" sldId="260"/>
            <ac:spMk id="14" creationId="{29FDB030-9B49-4CED-8CCD-4D99382388AC}"/>
          </ac:spMkLst>
        </pc:spChg>
        <pc:spChg chg="add">
          <ac:chgData name="Sanjivani Jadhav" userId="2751bfc8e71a4915" providerId="LiveId" clId="{0345D215-ADE1-400D-A503-1FF09835AB41}" dt="2024-12-28T14:03:14.942" v="1493" actId="26606"/>
          <ac:spMkLst>
            <pc:docMk/>
            <pc:sldMk cId="3867629617" sldId="260"/>
            <ac:spMk id="16" creationId="{3783CA14-24A1-485C-8B30-D6A5D87987AD}"/>
          </ac:spMkLst>
        </pc:spChg>
        <pc:spChg chg="add">
          <ac:chgData name="Sanjivani Jadhav" userId="2751bfc8e71a4915" providerId="LiveId" clId="{0345D215-ADE1-400D-A503-1FF09835AB41}" dt="2024-12-28T14:03:14.942" v="1493" actId="26606"/>
          <ac:spMkLst>
            <pc:docMk/>
            <pc:sldMk cId="3867629617" sldId="260"/>
            <ac:spMk id="18" creationId="{9A97C86A-04D6-40F7-AE84-31AB43E6A846}"/>
          </ac:spMkLst>
        </pc:spChg>
        <pc:spChg chg="add">
          <ac:chgData name="Sanjivani Jadhav" userId="2751bfc8e71a4915" providerId="LiveId" clId="{0345D215-ADE1-400D-A503-1FF09835AB41}" dt="2024-12-28T14:03:14.942" v="1493" actId="26606"/>
          <ac:spMkLst>
            <pc:docMk/>
            <pc:sldMk cId="3867629617" sldId="260"/>
            <ac:spMk id="20" creationId="{FF9F2414-84E8-453E-B1F3-389FDE8192D9}"/>
          </ac:spMkLst>
        </pc:spChg>
        <pc:spChg chg="add">
          <ac:chgData name="Sanjivani Jadhav" userId="2751bfc8e71a4915" providerId="LiveId" clId="{0345D215-ADE1-400D-A503-1FF09835AB41}" dt="2024-12-28T14:03:14.942" v="1493" actId="26606"/>
          <ac:spMkLst>
            <pc:docMk/>
            <pc:sldMk cId="3867629617" sldId="260"/>
            <ac:spMk id="22" creationId="{3ECA69A1-7536-43AC-85EF-C7106179F5ED}"/>
          </ac:spMkLst>
        </pc:spChg>
        <pc:grpChg chg="add mod">
          <ac:chgData name="Sanjivani Jadhav" userId="2751bfc8e71a4915" providerId="LiveId" clId="{0345D215-ADE1-400D-A503-1FF09835AB41}" dt="2024-12-28T14:03:14.942" v="1493" actId="26606"/>
          <ac:grpSpMkLst>
            <pc:docMk/>
            <pc:sldMk cId="3867629617" sldId="260"/>
            <ac:grpSpMk id="4" creationId="{60C2F5FF-51FC-DC3E-349A-0DDCCD336AF8}"/>
          </ac:grpSpMkLst>
        </pc:grpChg>
        <pc:picChg chg="add del mod">
          <ac:chgData name="Sanjivani Jadhav" userId="2751bfc8e71a4915" providerId="LiveId" clId="{0345D215-ADE1-400D-A503-1FF09835AB41}" dt="2024-12-28T13:53:57.289" v="1151" actId="478"/>
          <ac:picMkLst>
            <pc:docMk/>
            <pc:sldMk cId="3867629617" sldId="260"/>
            <ac:picMk id="3" creationId="{F3075614-9238-19B5-8030-D00D1C0ADB66}"/>
          </ac:picMkLst>
        </pc:picChg>
        <pc:picChg chg="add mod modCrop">
          <ac:chgData name="Sanjivani Jadhav" userId="2751bfc8e71a4915" providerId="LiveId" clId="{0345D215-ADE1-400D-A503-1FF09835AB41}" dt="2024-12-28T14:03:06.453" v="1492" actId="164"/>
          <ac:picMkLst>
            <pc:docMk/>
            <pc:sldMk cId="3867629617" sldId="260"/>
            <ac:picMk id="5" creationId="{E1949BBF-95BA-799D-9284-00C42EB07482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3764158392" sldId="261"/>
        </pc:sldMkLst>
        <pc:spChg chg="add del mod">
          <ac:chgData name="Sanjivani Jadhav" userId="2751bfc8e71a4915" providerId="LiveId" clId="{0345D215-ADE1-400D-A503-1FF09835AB41}" dt="2024-12-28T14:10:40.594" v="1504"/>
          <ac:spMkLst>
            <pc:docMk/>
            <pc:sldMk cId="3764158392" sldId="261"/>
            <ac:spMk id="4" creationId="{001D205B-DD43-0DC6-5A38-2A96853B769F}"/>
          </ac:spMkLst>
        </pc:spChg>
        <pc:spChg chg="add mod">
          <ac:chgData name="Sanjivani Jadhav" userId="2751bfc8e71a4915" providerId="LiveId" clId="{0345D215-ADE1-400D-A503-1FF09835AB41}" dt="2024-12-28T15:07:05.887" v="2399" actId="207"/>
          <ac:spMkLst>
            <pc:docMk/>
            <pc:sldMk cId="3764158392" sldId="261"/>
            <ac:spMk id="6" creationId="{1BF2090F-0912-0807-B1A4-06E5D1FEEDEE}"/>
          </ac:spMkLst>
        </pc:spChg>
        <pc:spChg chg="add mod">
          <ac:chgData name="Sanjivani Jadhav" userId="2751bfc8e71a4915" providerId="LiveId" clId="{0345D215-ADE1-400D-A503-1FF09835AB41}" dt="2024-12-28T14:15:40.741" v="1584" actId="1076"/>
          <ac:spMkLst>
            <pc:docMk/>
            <pc:sldMk cId="3764158392" sldId="261"/>
            <ac:spMk id="7" creationId="{769F3EF2-755A-BBC0-A543-2A5D9156BED6}"/>
          </ac:spMkLst>
        </pc:spChg>
        <pc:spChg chg="add del">
          <ac:chgData name="Sanjivani Jadhav" userId="2751bfc8e71a4915" providerId="LiveId" clId="{0345D215-ADE1-400D-A503-1FF09835AB41}" dt="2024-12-28T14:14:19.655" v="1569" actId="26606"/>
          <ac:spMkLst>
            <pc:docMk/>
            <pc:sldMk cId="3764158392" sldId="261"/>
            <ac:spMk id="13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4:14:19.655" v="1569" actId="26606"/>
          <ac:spMkLst>
            <pc:docMk/>
            <pc:sldMk cId="3764158392" sldId="261"/>
            <ac:spMk id="15" creationId="{FD073016-B734-483B-8953-5BADEE145112}"/>
          </ac:spMkLst>
        </pc:spChg>
        <pc:spChg chg="add del">
          <ac:chgData name="Sanjivani Jadhav" userId="2751bfc8e71a4915" providerId="LiveId" clId="{0345D215-ADE1-400D-A503-1FF09835AB41}" dt="2024-12-28T14:14:19.655" v="1569" actId="26606"/>
          <ac:spMkLst>
            <pc:docMk/>
            <pc:sldMk cId="3764158392" sldId="261"/>
            <ac:spMk id="17" creationId="{90A7EAB6-59D3-4325-8DE6-E0CA4009CE53}"/>
          </ac:spMkLst>
        </pc:spChg>
        <pc:spChg chg="add del">
          <ac:chgData name="Sanjivani Jadhav" userId="2751bfc8e71a4915" providerId="LiveId" clId="{0345D215-ADE1-400D-A503-1FF09835AB41}" dt="2024-12-28T14:14:19.655" v="1569" actId="26606"/>
          <ac:spMkLst>
            <pc:docMk/>
            <pc:sldMk cId="3764158392" sldId="261"/>
            <ac:spMk id="19" creationId="{A8D57A06-A426-446D-B02C-A2DC6B62E45E}"/>
          </ac:spMkLst>
        </pc:spChg>
        <pc:spChg chg="add del">
          <ac:chgData name="Sanjivani Jadhav" userId="2751bfc8e71a4915" providerId="LiveId" clId="{0345D215-ADE1-400D-A503-1FF09835AB41}" dt="2024-12-28T14:14:33.734" v="1571" actId="26606"/>
          <ac:spMkLst>
            <pc:docMk/>
            <pc:sldMk cId="3764158392" sldId="261"/>
            <ac:spMk id="21" creationId="{B649E800-A5C8-49A0-A453-ED537DA3156A}"/>
          </ac:spMkLst>
        </pc:spChg>
        <pc:spChg chg="add del">
          <ac:chgData name="Sanjivani Jadhav" userId="2751bfc8e71a4915" providerId="LiveId" clId="{0345D215-ADE1-400D-A503-1FF09835AB41}" dt="2024-12-28T14:14:33.734" v="1571" actId="26606"/>
          <ac:spMkLst>
            <pc:docMk/>
            <pc:sldMk cId="3764158392" sldId="261"/>
            <ac:spMk id="22" creationId="{8BA67DD7-B75D-4A30-90A4-EEA9F64AF11B}"/>
          </ac:spMkLst>
        </pc:spChg>
        <pc:spChg chg="add del">
          <ac:chgData name="Sanjivani Jadhav" userId="2751bfc8e71a4915" providerId="LiveId" clId="{0345D215-ADE1-400D-A503-1FF09835AB41}" dt="2024-12-28T14:15:25.594" v="1581" actId="26606"/>
          <ac:spMkLst>
            <pc:docMk/>
            <pc:sldMk cId="3764158392" sldId="261"/>
            <ac:spMk id="25" creationId="{3ECA69A1-7536-43AC-85EF-C7106179F5ED}"/>
          </ac:spMkLst>
        </pc:spChg>
        <pc:spChg chg="add del">
          <ac:chgData name="Sanjivani Jadhav" userId="2751bfc8e71a4915" providerId="LiveId" clId="{0345D215-ADE1-400D-A503-1FF09835AB41}" dt="2024-12-28T14:14:42.444" v="1573" actId="26606"/>
          <ac:spMkLst>
            <pc:docMk/>
            <pc:sldMk cId="3764158392" sldId="261"/>
            <ac:spMk id="26" creationId="{C3862298-AF85-4572-BED3-52E573EBD410}"/>
          </ac:spMkLst>
        </pc:spChg>
        <pc:spChg chg="add del">
          <ac:chgData name="Sanjivani Jadhav" userId="2751bfc8e71a4915" providerId="LiveId" clId="{0345D215-ADE1-400D-A503-1FF09835AB41}" dt="2024-12-28T14:14:42.444" v="1573" actId="26606"/>
          <ac:spMkLst>
            <pc:docMk/>
            <pc:sldMk cId="3764158392" sldId="261"/>
            <ac:spMk id="27" creationId="{1C897582-CB19-41B5-9426-8BD7BD008256}"/>
          </ac:spMkLst>
        </pc:spChg>
        <pc:spChg chg="add del">
          <ac:chgData name="Sanjivani Jadhav" userId="2751bfc8e71a4915" providerId="LiveId" clId="{0345D215-ADE1-400D-A503-1FF09835AB41}" dt="2024-12-28T14:14:42.444" v="1573" actId="26606"/>
          <ac:spMkLst>
            <pc:docMk/>
            <pc:sldMk cId="3764158392" sldId="261"/>
            <ac:spMk id="28" creationId="{0E7066FC-B004-4B5A-B02B-599B51EF3221}"/>
          </ac:spMkLst>
        </pc:spChg>
        <pc:spChg chg="add del">
          <ac:chgData name="Sanjivani Jadhav" userId="2751bfc8e71a4915" providerId="LiveId" clId="{0345D215-ADE1-400D-A503-1FF09835AB41}" dt="2024-12-28T14:14:45.096" v="1575" actId="26606"/>
          <ac:spMkLst>
            <pc:docMk/>
            <pc:sldMk cId="3764158392" sldId="261"/>
            <ac:spMk id="30" creationId="{C3862298-AF85-4572-BED3-52E573EBD410}"/>
          </ac:spMkLst>
        </pc:spChg>
        <pc:spChg chg="add del">
          <ac:chgData name="Sanjivani Jadhav" userId="2751bfc8e71a4915" providerId="LiveId" clId="{0345D215-ADE1-400D-A503-1FF09835AB41}" dt="2024-12-28T14:14:45.096" v="1575" actId="26606"/>
          <ac:spMkLst>
            <pc:docMk/>
            <pc:sldMk cId="3764158392" sldId="261"/>
            <ac:spMk id="31" creationId="{7BE265E6-D012-42B3-A7DE-C8FEED40DBB7}"/>
          </ac:spMkLst>
        </pc:spChg>
        <pc:spChg chg="add del">
          <ac:chgData name="Sanjivani Jadhav" userId="2751bfc8e71a4915" providerId="LiveId" clId="{0345D215-ADE1-400D-A503-1FF09835AB41}" dt="2024-12-28T14:14:45.096" v="1575" actId="26606"/>
          <ac:spMkLst>
            <pc:docMk/>
            <pc:sldMk cId="3764158392" sldId="261"/>
            <ac:spMk id="32" creationId="{6EB9A5AE-0A9C-4EB1-9569-A44D89EFC5BD}"/>
          </ac:spMkLst>
        </pc:spChg>
        <pc:spChg chg="add del">
          <ac:chgData name="Sanjivani Jadhav" userId="2751bfc8e71a4915" providerId="LiveId" clId="{0345D215-ADE1-400D-A503-1FF09835AB41}" dt="2024-12-28T14:15:03.633" v="1577" actId="26606"/>
          <ac:spMkLst>
            <pc:docMk/>
            <pc:sldMk cId="3764158392" sldId="261"/>
            <ac:spMk id="34" creationId="{C3862298-AF85-4572-BED3-52E573EBD410}"/>
          </ac:spMkLst>
        </pc:spChg>
        <pc:spChg chg="add del">
          <ac:chgData name="Sanjivani Jadhav" userId="2751bfc8e71a4915" providerId="LiveId" clId="{0345D215-ADE1-400D-A503-1FF09835AB41}" dt="2024-12-28T14:15:03.633" v="1577" actId="26606"/>
          <ac:spMkLst>
            <pc:docMk/>
            <pc:sldMk cId="3764158392" sldId="261"/>
            <ac:spMk id="35" creationId="{1C897582-CB19-41B5-9426-8BD7BD008256}"/>
          </ac:spMkLst>
        </pc:spChg>
        <pc:spChg chg="add del">
          <ac:chgData name="Sanjivani Jadhav" userId="2751bfc8e71a4915" providerId="LiveId" clId="{0345D215-ADE1-400D-A503-1FF09835AB41}" dt="2024-12-28T14:15:03.633" v="1577" actId="26606"/>
          <ac:spMkLst>
            <pc:docMk/>
            <pc:sldMk cId="3764158392" sldId="261"/>
            <ac:spMk id="36" creationId="{0E7066FC-B004-4B5A-B02B-599B51EF3221}"/>
          </ac:spMkLst>
        </pc:spChg>
        <pc:spChg chg="add del">
          <ac:chgData name="Sanjivani Jadhav" userId="2751bfc8e71a4915" providerId="LiveId" clId="{0345D215-ADE1-400D-A503-1FF09835AB41}" dt="2024-12-28T14:15:22.311" v="1579" actId="26606"/>
          <ac:spMkLst>
            <pc:docMk/>
            <pc:sldMk cId="3764158392" sldId="261"/>
            <ac:spMk id="38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4:15:22.311" v="1579" actId="26606"/>
          <ac:spMkLst>
            <pc:docMk/>
            <pc:sldMk cId="3764158392" sldId="261"/>
            <ac:spMk id="39" creationId="{FD073016-B734-483B-8953-5BADEE145112}"/>
          </ac:spMkLst>
        </pc:spChg>
        <pc:spChg chg="add del">
          <ac:chgData name="Sanjivani Jadhav" userId="2751bfc8e71a4915" providerId="LiveId" clId="{0345D215-ADE1-400D-A503-1FF09835AB41}" dt="2024-12-28T14:15:22.311" v="1579" actId="26606"/>
          <ac:spMkLst>
            <pc:docMk/>
            <pc:sldMk cId="3764158392" sldId="261"/>
            <ac:spMk id="40" creationId="{90A7EAB6-59D3-4325-8DE6-E0CA4009CE53}"/>
          </ac:spMkLst>
        </pc:spChg>
        <pc:spChg chg="add del">
          <ac:chgData name="Sanjivani Jadhav" userId="2751bfc8e71a4915" providerId="LiveId" clId="{0345D215-ADE1-400D-A503-1FF09835AB41}" dt="2024-12-28T14:15:22.311" v="1579" actId="26606"/>
          <ac:spMkLst>
            <pc:docMk/>
            <pc:sldMk cId="3764158392" sldId="261"/>
            <ac:spMk id="41" creationId="{A8D57A06-A426-446D-B02C-A2DC6B62E45E}"/>
          </ac:spMkLst>
        </pc:spChg>
        <pc:spChg chg="add del">
          <ac:chgData name="Sanjivani Jadhav" userId="2751bfc8e71a4915" providerId="LiveId" clId="{0345D215-ADE1-400D-A503-1FF09835AB41}" dt="2024-12-28T14:15:25.594" v="1581" actId="26606"/>
          <ac:spMkLst>
            <pc:docMk/>
            <pc:sldMk cId="3764158392" sldId="261"/>
            <ac:spMk id="43" creationId="{F3060C83-F051-4F0E-ABAD-AA0DFC48B218}"/>
          </ac:spMkLst>
        </pc:spChg>
        <pc:spChg chg="add del">
          <ac:chgData name="Sanjivani Jadhav" userId="2751bfc8e71a4915" providerId="LiveId" clId="{0345D215-ADE1-400D-A503-1FF09835AB41}" dt="2024-12-28T14:15:25.594" v="1581" actId="26606"/>
          <ac:spMkLst>
            <pc:docMk/>
            <pc:sldMk cId="3764158392" sldId="261"/>
            <ac:spMk id="44" creationId="{83C98ABE-055B-441F-B07E-44F97F083C39}"/>
          </ac:spMkLst>
        </pc:spChg>
        <pc:spChg chg="add del">
          <ac:chgData name="Sanjivani Jadhav" userId="2751bfc8e71a4915" providerId="LiveId" clId="{0345D215-ADE1-400D-A503-1FF09835AB41}" dt="2024-12-28T14:15:25.594" v="1581" actId="26606"/>
          <ac:spMkLst>
            <pc:docMk/>
            <pc:sldMk cId="3764158392" sldId="261"/>
            <ac:spMk id="45" creationId="{29FDB030-9B49-4CED-8CCD-4D99382388AC}"/>
          </ac:spMkLst>
        </pc:spChg>
        <pc:spChg chg="add del">
          <ac:chgData name="Sanjivani Jadhav" userId="2751bfc8e71a4915" providerId="LiveId" clId="{0345D215-ADE1-400D-A503-1FF09835AB41}" dt="2024-12-28T14:15:25.594" v="1581" actId="26606"/>
          <ac:spMkLst>
            <pc:docMk/>
            <pc:sldMk cId="3764158392" sldId="261"/>
            <ac:spMk id="46" creationId="{3783CA14-24A1-485C-8B30-D6A5D87987AD}"/>
          </ac:spMkLst>
        </pc:spChg>
        <pc:spChg chg="add del">
          <ac:chgData name="Sanjivani Jadhav" userId="2751bfc8e71a4915" providerId="LiveId" clId="{0345D215-ADE1-400D-A503-1FF09835AB41}" dt="2024-12-28T14:15:25.594" v="1581" actId="26606"/>
          <ac:spMkLst>
            <pc:docMk/>
            <pc:sldMk cId="3764158392" sldId="261"/>
            <ac:spMk id="47" creationId="{9A97C86A-04D6-40F7-AE84-31AB43E6A846}"/>
          </ac:spMkLst>
        </pc:spChg>
        <pc:spChg chg="add del">
          <ac:chgData name="Sanjivani Jadhav" userId="2751bfc8e71a4915" providerId="LiveId" clId="{0345D215-ADE1-400D-A503-1FF09835AB41}" dt="2024-12-28T14:15:25.594" v="1581" actId="26606"/>
          <ac:spMkLst>
            <pc:docMk/>
            <pc:sldMk cId="3764158392" sldId="261"/>
            <ac:spMk id="48" creationId="{FF9F2414-84E8-453E-B1F3-389FDE8192D9}"/>
          </ac:spMkLst>
        </pc:spChg>
        <pc:spChg chg="add">
          <ac:chgData name="Sanjivani Jadhav" userId="2751bfc8e71a4915" providerId="LiveId" clId="{0345D215-ADE1-400D-A503-1FF09835AB41}" dt="2024-12-28T14:15:25.610" v="1582" actId="26606"/>
          <ac:spMkLst>
            <pc:docMk/>
            <pc:sldMk cId="3764158392" sldId="261"/>
            <ac:spMk id="50" creationId="{AB8C311F-7253-4AED-9701-7FC0708C41C7}"/>
          </ac:spMkLst>
        </pc:spChg>
        <pc:spChg chg="add">
          <ac:chgData name="Sanjivani Jadhav" userId="2751bfc8e71a4915" providerId="LiveId" clId="{0345D215-ADE1-400D-A503-1FF09835AB41}" dt="2024-12-28T14:15:25.610" v="1582" actId="26606"/>
          <ac:spMkLst>
            <pc:docMk/>
            <pc:sldMk cId="3764158392" sldId="261"/>
            <ac:spMk id="51" creationId="{FD073016-B734-483B-8953-5BADEE145112}"/>
          </ac:spMkLst>
        </pc:spChg>
        <pc:spChg chg="add">
          <ac:chgData name="Sanjivani Jadhav" userId="2751bfc8e71a4915" providerId="LiveId" clId="{0345D215-ADE1-400D-A503-1FF09835AB41}" dt="2024-12-28T14:15:25.610" v="1582" actId="26606"/>
          <ac:spMkLst>
            <pc:docMk/>
            <pc:sldMk cId="3764158392" sldId="261"/>
            <ac:spMk id="52" creationId="{90A7EAB6-59D3-4325-8DE6-E0CA4009CE53}"/>
          </ac:spMkLst>
        </pc:spChg>
        <pc:spChg chg="add">
          <ac:chgData name="Sanjivani Jadhav" userId="2751bfc8e71a4915" providerId="LiveId" clId="{0345D215-ADE1-400D-A503-1FF09835AB41}" dt="2024-12-28T14:15:25.610" v="1582" actId="26606"/>
          <ac:spMkLst>
            <pc:docMk/>
            <pc:sldMk cId="3764158392" sldId="261"/>
            <ac:spMk id="53" creationId="{A8D57A06-A426-446D-B02C-A2DC6B62E45E}"/>
          </ac:spMkLst>
        </pc:spChg>
        <pc:grpChg chg="add mod">
          <ac:chgData name="Sanjivani Jadhav" userId="2751bfc8e71a4915" providerId="LiveId" clId="{0345D215-ADE1-400D-A503-1FF09835AB41}" dt="2024-12-28T14:15:25.610" v="1582" actId="26606"/>
          <ac:grpSpMkLst>
            <pc:docMk/>
            <pc:sldMk cId="3764158392" sldId="261"/>
            <ac:grpSpMk id="8" creationId="{01D76A5E-967D-A2D5-99AC-02E2F799A026}"/>
          </ac:grpSpMkLst>
        </pc:grpChg>
        <pc:grpChg chg="add del">
          <ac:chgData name="Sanjivani Jadhav" userId="2751bfc8e71a4915" providerId="LiveId" clId="{0345D215-ADE1-400D-A503-1FF09835AB41}" dt="2024-12-28T14:14:33.734" v="1571" actId="26606"/>
          <ac:grpSpMkLst>
            <pc:docMk/>
            <pc:sldMk cId="3764158392" sldId="261"/>
            <ac:grpSpMk id="23" creationId="{E8C5FC48-0A3C-4D6D-A0D5-EEE93213DBBE}"/>
          </ac:grpSpMkLst>
        </pc:grpChg>
        <pc:picChg chg="add mod">
          <ac:chgData name="Sanjivani Jadhav" userId="2751bfc8e71a4915" providerId="LiveId" clId="{0345D215-ADE1-400D-A503-1FF09835AB41}" dt="2024-12-28T14:13:17.875" v="1567" actId="164"/>
          <ac:picMkLst>
            <pc:docMk/>
            <pc:sldMk cId="3764158392" sldId="261"/>
            <ac:picMk id="3" creationId="{E9D4C179-4C41-FDE0-AE08-96013CECB254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1871965542" sldId="262"/>
        </pc:sldMkLst>
        <pc:spChg chg="add mod">
          <ac:chgData name="Sanjivani Jadhav" userId="2751bfc8e71a4915" providerId="LiveId" clId="{0345D215-ADE1-400D-A503-1FF09835AB41}" dt="2024-12-28T15:07:17.154" v="2400" actId="207"/>
          <ac:spMkLst>
            <pc:docMk/>
            <pc:sldMk cId="1871965542" sldId="262"/>
            <ac:spMk id="3" creationId="{1A3D610D-913A-85F0-891B-0A9AAD99DE09}"/>
          </ac:spMkLst>
        </pc:spChg>
        <pc:spChg chg="add del mod">
          <ac:chgData name="Sanjivani Jadhav" userId="2751bfc8e71a4915" providerId="LiveId" clId="{0345D215-ADE1-400D-A503-1FF09835AB41}" dt="2024-12-28T14:16:48.766" v="1592"/>
          <ac:spMkLst>
            <pc:docMk/>
            <pc:sldMk cId="1871965542" sldId="262"/>
            <ac:spMk id="4" creationId="{7CDF7667-8370-10CE-9A0F-FA0EAF4A9297}"/>
          </ac:spMkLst>
        </pc:spChg>
        <pc:spChg chg="add mod">
          <ac:chgData name="Sanjivani Jadhav" userId="2751bfc8e71a4915" providerId="LiveId" clId="{0345D215-ADE1-400D-A503-1FF09835AB41}" dt="2024-12-28T14:51:46.527" v="2235" actId="1076"/>
          <ac:spMkLst>
            <pc:docMk/>
            <pc:sldMk cId="1871965542" sldId="262"/>
            <ac:spMk id="6" creationId="{63CC6019-A20D-A849-56D9-569F50AF8BCA}"/>
          </ac:spMkLst>
        </pc:spChg>
        <pc:spChg chg="add">
          <ac:chgData name="Sanjivani Jadhav" userId="2751bfc8e71a4915" providerId="LiveId" clId="{0345D215-ADE1-400D-A503-1FF09835AB41}" dt="2024-12-28T14:26:37.457" v="1662" actId="26606"/>
          <ac:spMkLst>
            <pc:docMk/>
            <pc:sldMk cId="1871965542" sldId="262"/>
            <ac:spMk id="20" creationId="{AB8C311F-7253-4AED-9701-7FC0708C41C7}"/>
          </ac:spMkLst>
        </pc:spChg>
        <pc:spChg chg="add">
          <ac:chgData name="Sanjivani Jadhav" userId="2751bfc8e71a4915" providerId="LiveId" clId="{0345D215-ADE1-400D-A503-1FF09835AB41}" dt="2024-12-28T14:26:37.457" v="1662" actId="26606"/>
          <ac:spMkLst>
            <pc:docMk/>
            <pc:sldMk cId="1871965542" sldId="262"/>
            <ac:spMk id="22" creationId="{FD073016-B734-483B-8953-5BADEE145112}"/>
          </ac:spMkLst>
        </pc:spChg>
        <pc:spChg chg="add">
          <ac:chgData name="Sanjivani Jadhav" userId="2751bfc8e71a4915" providerId="LiveId" clId="{0345D215-ADE1-400D-A503-1FF09835AB41}" dt="2024-12-28T14:26:37.457" v="1662" actId="26606"/>
          <ac:spMkLst>
            <pc:docMk/>
            <pc:sldMk cId="1871965542" sldId="262"/>
            <ac:spMk id="24" creationId="{90A7EAB6-59D3-4325-8DE6-E0CA4009CE53}"/>
          </ac:spMkLst>
        </pc:spChg>
        <pc:spChg chg="add">
          <ac:chgData name="Sanjivani Jadhav" userId="2751bfc8e71a4915" providerId="LiveId" clId="{0345D215-ADE1-400D-A503-1FF09835AB41}" dt="2024-12-28T14:26:37.457" v="1662" actId="26606"/>
          <ac:spMkLst>
            <pc:docMk/>
            <pc:sldMk cId="1871965542" sldId="262"/>
            <ac:spMk id="26" creationId="{A8D57A06-A426-446D-B02C-A2DC6B62E45E}"/>
          </ac:spMkLst>
        </pc:spChg>
        <pc:grpChg chg="add mod">
          <ac:chgData name="Sanjivani Jadhav" userId="2751bfc8e71a4915" providerId="LiveId" clId="{0345D215-ADE1-400D-A503-1FF09835AB41}" dt="2024-12-28T14:52:19.736" v="2236" actId="1076"/>
          <ac:grpSpMkLst>
            <pc:docMk/>
            <pc:sldMk cId="1871965542" sldId="262"/>
            <ac:grpSpMk id="15" creationId="{51FC2D4C-0DCE-64E2-0F7D-EDF8B210724D}"/>
          </ac:grpSpMkLst>
        </pc:grpChg>
        <pc:picChg chg="add del mod">
          <ac:chgData name="Sanjivani Jadhav" userId="2751bfc8e71a4915" providerId="LiveId" clId="{0345D215-ADE1-400D-A503-1FF09835AB41}" dt="2024-12-28T14:19:35.010" v="1603" actId="478"/>
          <ac:picMkLst>
            <pc:docMk/>
            <pc:sldMk cId="1871965542" sldId="262"/>
            <ac:picMk id="8" creationId="{A91D29E2-3154-BD83-2333-882ABE334D5F}"/>
          </ac:picMkLst>
        </pc:picChg>
        <pc:picChg chg="add mod modCrop">
          <ac:chgData name="Sanjivani Jadhav" userId="2751bfc8e71a4915" providerId="LiveId" clId="{0345D215-ADE1-400D-A503-1FF09835AB41}" dt="2024-12-28T14:51:03.120" v="2233" actId="1076"/>
          <ac:picMkLst>
            <pc:docMk/>
            <pc:sldMk cId="1871965542" sldId="262"/>
            <ac:picMk id="10" creationId="{3DEFFE85-D39B-92A9-5D81-56BAD5D03331}"/>
          </ac:picMkLst>
        </pc:picChg>
        <pc:picChg chg="add del mod">
          <ac:chgData name="Sanjivani Jadhav" userId="2751bfc8e71a4915" providerId="LiveId" clId="{0345D215-ADE1-400D-A503-1FF09835AB41}" dt="2024-12-28T14:22:20.670" v="1613" actId="478"/>
          <ac:picMkLst>
            <pc:docMk/>
            <pc:sldMk cId="1871965542" sldId="262"/>
            <ac:picMk id="12" creationId="{BCC3CF68-ABDB-89E2-7F2B-C10D60DFC86C}"/>
          </ac:picMkLst>
        </pc:picChg>
        <pc:picChg chg="add mod">
          <ac:chgData name="Sanjivani Jadhav" userId="2751bfc8e71a4915" providerId="LiveId" clId="{0345D215-ADE1-400D-A503-1FF09835AB41}" dt="2024-12-28T14:52:23.850" v="2237" actId="1076"/>
          <ac:picMkLst>
            <pc:docMk/>
            <pc:sldMk cId="1871965542" sldId="262"/>
            <ac:picMk id="14" creationId="{3485B206-0757-B99A-6FDB-1665B6E6921E}"/>
          </ac:picMkLst>
        </pc:picChg>
      </pc:sldChg>
      <pc:sldChg chg="new del">
        <pc:chgData name="Sanjivani Jadhav" userId="2751bfc8e71a4915" providerId="LiveId" clId="{0345D215-ADE1-400D-A503-1FF09835AB41}" dt="2024-12-28T14:28:18.317" v="1673" actId="47"/>
        <pc:sldMkLst>
          <pc:docMk/>
          <pc:sldMk cId="166441029" sldId="263"/>
        </pc:sldMkLst>
      </pc:sldChg>
      <pc:sldChg chg="add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2423676685" sldId="263"/>
        </pc:sldMkLst>
        <pc:spChg chg="add mod">
          <ac:chgData name="Sanjivani Jadhav" userId="2751bfc8e71a4915" providerId="LiveId" clId="{0345D215-ADE1-400D-A503-1FF09835AB41}" dt="2024-12-28T14:53:15.982" v="2243" actId="255"/>
          <ac:spMkLst>
            <pc:docMk/>
            <pc:sldMk cId="2423676685" sldId="263"/>
            <ac:spMk id="3" creationId="{E19020DD-E9CD-B7B9-A3C2-1FFF6F387821}"/>
          </ac:spMkLst>
        </pc:spChg>
        <pc:spChg chg="add mod">
          <ac:chgData name="Sanjivani Jadhav" userId="2751bfc8e71a4915" providerId="LiveId" clId="{0345D215-ADE1-400D-A503-1FF09835AB41}" dt="2024-12-28T15:07:28.630" v="2401" actId="207"/>
          <ac:spMkLst>
            <pc:docMk/>
            <pc:sldMk cId="2423676685" sldId="263"/>
            <ac:spMk id="5" creationId="{B27FCDD4-6871-7B8B-B1B6-61D092586AAB}"/>
          </ac:spMkLst>
        </pc:spChg>
        <pc:spChg chg="add">
          <ac:chgData name="Sanjivani Jadhav" userId="2751bfc8e71a4915" providerId="LiveId" clId="{0345D215-ADE1-400D-A503-1FF09835AB41}" dt="2024-12-28T14:33:01.083" v="1721" actId="26606"/>
          <ac:spMkLst>
            <pc:docMk/>
            <pc:sldMk cId="2423676685" sldId="263"/>
            <ac:spMk id="13" creationId="{AB8C311F-7253-4AED-9701-7FC0708C41C7}"/>
          </ac:spMkLst>
        </pc:spChg>
        <pc:spChg chg="add">
          <ac:chgData name="Sanjivani Jadhav" userId="2751bfc8e71a4915" providerId="LiveId" clId="{0345D215-ADE1-400D-A503-1FF09835AB41}" dt="2024-12-28T14:33:01.083" v="1721" actId="26606"/>
          <ac:spMkLst>
            <pc:docMk/>
            <pc:sldMk cId="2423676685" sldId="263"/>
            <ac:spMk id="15" creationId="{FD073016-B734-483B-8953-5BADEE145112}"/>
          </ac:spMkLst>
        </pc:spChg>
        <pc:spChg chg="add">
          <ac:chgData name="Sanjivani Jadhav" userId="2751bfc8e71a4915" providerId="LiveId" clId="{0345D215-ADE1-400D-A503-1FF09835AB41}" dt="2024-12-28T14:33:01.083" v="1721" actId="26606"/>
          <ac:spMkLst>
            <pc:docMk/>
            <pc:sldMk cId="2423676685" sldId="263"/>
            <ac:spMk id="17" creationId="{90A7EAB6-59D3-4325-8DE6-E0CA4009CE53}"/>
          </ac:spMkLst>
        </pc:spChg>
        <pc:spChg chg="add">
          <ac:chgData name="Sanjivani Jadhav" userId="2751bfc8e71a4915" providerId="LiveId" clId="{0345D215-ADE1-400D-A503-1FF09835AB41}" dt="2024-12-28T14:33:01.083" v="1721" actId="26606"/>
          <ac:spMkLst>
            <pc:docMk/>
            <pc:sldMk cId="2423676685" sldId="263"/>
            <ac:spMk id="19" creationId="{A8D57A06-A426-446D-B02C-A2DC6B62E45E}"/>
          </ac:spMkLst>
        </pc:spChg>
        <pc:grpChg chg="add mod">
          <ac:chgData name="Sanjivani Jadhav" userId="2751bfc8e71a4915" providerId="LiveId" clId="{0345D215-ADE1-400D-A503-1FF09835AB41}" dt="2024-12-28T14:33:43.267" v="1727" actId="1076"/>
          <ac:grpSpMkLst>
            <pc:docMk/>
            <pc:sldMk cId="2423676685" sldId="263"/>
            <ac:grpSpMk id="8" creationId="{EA3A8797-F8B7-8FED-3F59-A184BC3D88CB}"/>
          </ac:grpSpMkLst>
        </pc:grpChg>
        <pc:picChg chg="add mod modCrop">
          <ac:chgData name="Sanjivani Jadhav" userId="2751bfc8e71a4915" providerId="LiveId" clId="{0345D215-ADE1-400D-A503-1FF09835AB41}" dt="2024-12-28T14:32:48.570" v="1720" actId="164"/>
          <ac:picMkLst>
            <pc:docMk/>
            <pc:sldMk cId="2423676685" sldId="263"/>
            <ac:picMk id="7" creationId="{47AA1B1B-B269-4D7E-FB5F-6896E9C85759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201977854" sldId="264"/>
        </pc:sldMkLst>
        <pc:spChg chg="add mod">
          <ac:chgData name="Sanjivani Jadhav" userId="2751bfc8e71a4915" providerId="LiveId" clId="{0345D215-ADE1-400D-A503-1FF09835AB41}" dt="2024-12-28T14:54:02.689" v="2251" actId="1076"/>
          <ac:spMkLst>
            <pc:docMk/>
            <pc:sldMk cId="201977854" sldId="264"/>
            <ac:spMk id="3" creationId="{3BFDDF12-4CA8-B2FA-3F4D-F027A6605876}"/>
          </ac:spMkLst>
        </pc:spChg>
        <pc:spChg chg="add mod">
          <ac:chgData name="Sanjivani Jadhav" userId="2751bfc8e71a4915" providerId="LiveId" clId="{0345D215-ADE1-400D-A503-1FF09835AB41}" dt="2024-12-28T15:07:35.161" v="2402" actId="207"/>
          <ac:spMkLst>
            <pc:docMk/>
            <pc:sldMk cId="201977854" sldId="264"/>
            <ac:spMk id="4" creationId="{96664108-8D6D-AC26-E30A-6274CB67B0F5}"/>
          </ac:spMkLst>
        </pc:spChg>
        <pc:spChg chg="add del">
          <ac:chgData name="Sanjivani Jadhav" userId="2751bfc8e71a4915" providerId="LiveId" clId="{0345D215-ADE1-400D-A503-1FF09835AB41}" dt="2024-12-28T14:45:22.117" v="2186" actId="26606"/>
          <ac:spMkLst>
            <pc:docMk/>
            <pc:sldMk cId="201977854" sldId="264"/>
            <ac:spMk id="12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4:45:22.117" v="2186" actId="26606"/>
          <ac:spMkLst>
            <pc:docMk/>
            <pc:sldMk cId="201977854" sldId="264"/>
            <ac:spMk id="14" creationId="{FD073016-B734-483B-8953-5BADEE145112}"/>
          </ac:spMkLst>
        </pc:spChg>
        <pc:spChg chg="add del">
          <ac:chgData name="Sanjivani Jadhav" userId="2751bfc8e71a4915" providerId="LiveId" clId="{0345D215-ADE1-400D-A503-1FF09835AB41}" dt="2024-12-28T14:45:22.117" v="2186" actId="26606"/>
          <ac:spMkLst>
            <pc:docMk/>
            <pc:sldMk cId="201977854" sldId="264"/>
            <ac:spMk id="16" creationId="{90A7EAB6-59D3-4325-8DE6-E0CA4009CE53}"/>
          </ac:spMkLst>
        </pc:spChg>
        <pc:spChg chg="add del">
          <ac:chgData name="Sanjivani Jadhav" userId="2751bfc8e71a4915" providerId="LiveId" clId="{0345D215-ADE1-400D-A503-1FF09835AB41}" dt="2024-12-28T14:45:22.117" v="2186" actId="26606"/>
          <ac:spMkLst>
            <pc:docMk/>
            <pc:sldMk cId="201977854" sldId="264"/>
            <ac:spMk id="18" creationId="{A8D57A06-A426-446D-B02C-A2DC6B62E45E}"/>
          </ac:spMkLst>
        </pc:spChg>
        <pc:spChg chg="add del">
          <ac:chgData name="Sanjivani Jadhav" userId="2751bfc8e71a4915" providerId="LiveId" clId="{0345D215-ADE1-400D-A503-1FF09835AB41}" dt="2024-12-28T14:45:27.939" v="2188" actId="26606"/>
          <ac:spMkLst>
            <pc:docMk/>
            <pc:sldMk cId="201977854" sldId="264"/>
            <ac:spMk id="20" creationId="{69D184B2-2226-4E31-BCCB-444330767440}"/>
          </ac:spMkLst>
        </pc:spChg>
        <pc:spChg chg="add del">
          <ac:chgData name="Sanjivani Jadhav" userId="2751bfc8e71a4915" providerId="LiveId" clId="{0345D215-ADE1-400D-A503-1FF09835AB41}" dt="2024-12-28T14:45:27.939" v="2188" actId="26606"/>
          <ac:spMkLst>
            <pc:docMk/>
            <pc:sldMk cId="201977854" sldId="264"/>
            <ac:spMk id="21" creationId="{1AC4D4E3-486A-464A-8EC8-D44881097267}"/>
          </ac:spMkLst>
        </pc:spChg>
        <pc:spChg chg="add del">
          <ac:chgData name="Sanjivani Jadhav" userId="2751bfc8e71a4915" providerId="LiveId" clId="{0345D215-ADE1-400D-A503-1FF09835AB41}" dt="2024-12-28T14:45:27.939" v="2188" actId="26606"/>
          <ac:spMkLst>
            <pc:docMk/>
            <pc:sldMk cId="201977854" sldId="264"/>
            <ac:spMk id="22" creationId="{864DE13E-58EB-4475-B79C-0D4FC651239B}"/>
          </ac:spMkLst>
        </pc:spChg>
        <pc:spChg chg="add del">
          <ac:chgData name="Sanjivani Jadhav" userId="2751bfc8e71a4915" providerId="LiveId" clId="{0345D215-ADE1-400D-A503-1FF09835AB41}" dt="2024-12-28T14:45:30.185" v="2190" actId="26606"/>
          <ac:spMkLst>
            <pc:docMk/>
            <pc:sldMk cId="201977854" sldId="264"/>
            <ac:spMk id="24" creationId="{C3862298-AF85-4572-BED3-52E573EBD410}"/>
          </ac:spMkLst>
        </pc:spChg>
        <pc:spChg chg="add del">
          <ac:chgData name="Sanjivani Jadhav" userId="2751bfc8e71a4915" providerId="LiveId" clId="{0345D215-ADE1-400D-A503-1FF09835AB41}" dt="2024-12-28T14:45:30.185" v="2190" actId="26606"/>
          <ac:spMkLst>
            <pc:docMk/>
            <pc:sldMk cId="201977854" sldId="264"/>
            <ac:spMk id="25" creationId="{1C897582-CB19-41B5-9426-8BD7BD008256}"/>
          </ac:spMkLst>
        </pc:spChg>
        <pc:spChg chg="add del">
          <ac:chgData name="Sanjivani Jadhav" userId="2751bfc8e71a4915" providerId="LiveId" clId="{0345D215-ADE1-400D-A503-1FF09835AB41}" dt="2024-12-28T14:45:30.185" v="2190" actId="26606"/>
          <ac:spMkLst>
            <pc:docMk/>
            <pc:sldMk cId="201977854" sldId="264"/>
            <ac:spMk id="26" creationId="{0E7066FC-B004-4B5A-B02B-599B51EF3221}"/>
          </ac:spMkLst>
        </pc:spChg>
        <pc:spChg chg="add">
          <ac:chgData name="Sanjivani Jadhav" userId="2751bfc8e71a4915" providerId="LiveId" clId="{0345D215-ADE1-400D-A503-1FF09835AB41}" dt="2024-12-28T14:45:30.199" v="2191" actId="26606"/>
          <ac:spMkLst>
            <pc:docMk/>
            <pc:sldMk cId="201977854" sldId="264"/>
            <ac:spMk id="28" creationId="{AB8C311F-7253-4AED-9701-7FC0708C41C7}"/>
          </ac:spMkLst>
        </pc:spChg>
        <pc:spChg chg="add">
          <ac:chgData name="Sanjivani Jadhav" userId="2751bfc8e71a4915" providerId="LiveId" clId="{0345D215-ADE1-400D-A503-1FF09835AB41}" dt="2024-12-28T14:45:30.199" v="2191" actId="26606"/>
          <ac:spMkLst>
            <pc:docMk/>
            <pc:sldMk cId="201977854" sldId="264"/>
            <ac:spMk id="29" creationId="{E2384209-CB15-4CDF-9D31-C44FD9A3F20D}"/>
          </ac:spMkLst>
        </pc:spChg>
        <pc:spChg chg="add">
          <ac:chgData name="Sanjivani Jadhav" userId="2751bfc8e71a4915" providerId="LiveId" clId="{0345D215-ADE1-400D-A503-1FF09835AB41}" dt="2024-12-28T14:45:30.199" v="2191" actId="26606"/>
          <ac:spMkLst>
            <pc:docMk/>
            <pc:sldMk cId="201977854" sldId="264"/>
            <ac:spMk id="30" creationId="{2633B3B5-CC90-43F0-8714-D31D1F3F0209}"/>
          </ac:spMkLst>
        </pc:spChg>
        <pc:spChg chg="add">
          <ac:chgData name="Sanjivani Jadhav" userId="2751bfc8e71a4915" providerId="LiveId" clId="{0345D215-ADE1-400D-A503-1FF09835AB41}" dt="2024-12-28T14:45:30.199" v="2191" actId="26606"/>
          <ac:spMkLst>
            <pc:docMk/>
            <pc:sldMk cId="201977854" sldId="264"/>
            <ac:spMk id="31" creationId="{A8D57A06-A426-446D-B02C-A2DC6B62E45E}"/>
          </ac:spMkLst>
        </pc:spChg>
        <pc:grpChg chg="add mod">
          <ac:chgData name="Sanjivani Jadhav" userId="2751bfc8e71a4915" providerId="LiveId" clId="{0345D215-ADE1-400D-A503-1FF09835AB41}" dt="2024-12-28T14:45:30.199" v="2191" actId="26606"/>
          <ac:grpSpMkLst>
            <pc:docMk/>
            <pc:sldMk cId="201977854" sldId="264"/>
            <ac:grpSpMk id="7" creationId="{5EEA1875-56B6-A90A-537E-0BD27DC96B2E}"/>
          </ac:grpSpMkLst>
        </pc:grpChg>
        <pc:picChg chg="add mod">
          <ac:chgData name="Sanjivani Jadhav" userId="2751bfc8e71a4915" providerId="LiveId" clId="{0345D215-ADE1-400D-A503-1FF09835AB41}" dt="2024-12-28T14:44:44.793" v="2184" actId="164"/>
          <ac:picMkLst>
            <pc:docMk/>
            <pc:sldMk cId="201977854" sldId="264"/>
            <ac:picMk id="6" creationId="{EE187BAB-19B1-78ED-500F-71A2C70543A1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1795142708" sldId="265"/>
        </pc:sldMkLst>
        <pc:spChg chg="add mod">
          <ac:chgData name="Sanjivani Jadhav" userId="2751bfc8e71a4915" providerId="LiveId" clId="{0345D215-ADE1-400D-A503-1FF09835AB41}" dt="2024-12-28T15:06:45.175" v="2398" actId="207"/>
          <ac:spMkLst>
            <pc:docMk/>
            <pc:sldMk cId="1795142708" sldId="265"/>
            <ac:spMk id="3" creationId="{7AB390DD-2BBA-784B-9E7C-87C063DBB2B8}"/>
          </ac:spMkLst>
        </pc:spChg>
        <pc:spChg chg="add mod">
          <ac:chgData name="Sanjivani Jadhav" userId="2751bfc8e71a4915" providerId="LiveId" clId="{0345D215-ADE1-400D-A503-1FF09835AB41}" dt="2024-12-28T15:07:41.988" v="2403" actId="207"/>
          <ac:spMkLst>
            <pc:docMk/>
            <pc:sldMk cId="1795142708" sldId="265"/>
            <ac:spMk id="5" creationId="{61A5C3F8-46C9-6262-9923-EBBCE448CF5F}"/>
          </ac:spMkLst>
        </pc:spChg>
        <pc:spChg chg="add del">
          <ac:chgData name="Sanjivani Jadhav" userId="2751bfc8e71a4915" providerId="LiveId" clId="{0345D215-ADE1-400D-A503-1FF09835AB41}" dt="2024-12-28T15:05:47.647" v="2390" actId="26606"/>
          <ac:spMkLst>
            <pc:docMk/>
            <pc:sldMk cId="1795142708" sldId="265"/>
            <ac:spMk id="15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5:05:47.647" v="2390" actId="26606"/>
          <ac:spMkLst>
            <pc:docMk/>
            <pc:sldMk cId="1795142708" sldId="265"/>
            <ac:spMk id="17" creationId="{FD073016-B734-483B-8953-5BADEE145112}"/>
          </ac:spMkLst>
        </pc:spChg>
        <pc:spChg chg="add del">
          <ac:chgData name="Sanjivani Jadhav" userId="2751bfc8e71a4915" providerId="LiveId" clId="{0345D215-ADE1-400D-A503-1FF09835AB41}" dt="2024-12-28T15:05:47.647" v="2390" actId="26606"/>
          <ac:spMkLst>
            <pc:docMk/>
            <pc:sldMk cId="1795142708" sldId="265"/>
            <ac:spMk id="19" creationId="{90A7EAB6-59D3-4325-8DE6-E0CA4009CE53}"/>
          </ac:spMkLst>
        </pc:spChg>
        <pc:spChg chg="add del">
          <ac:chgData name="Sanjivani Jadhav" userId="2751bfc8e71a4915" providerId="LiveId" clId="{0345D215-ADE1-400D-A503-1FF09835AB41}" dt="2024-12-28T15:05:47.647" v="2390" actId="26606"/>
          <ac:spMkLst>
            <pc:docMk/>
            <pc:sldMk cId="1795142708" sldId="265"/>
            <ac:spMk id="21" creationId="{A8D57A06-A426-446D-B02C-A2DC6B62E45E}"/>
          </ac:spMkLst>
        </pc:spChg>
        <pc:spChg chg="add del">
          <ac:chgData name="Sanjivani Jadhav" userId="2751bfc8e71a4915" providerId="LiveId" clId="{0345D215-ADE1-400D-A503-1FF09835AB41}" dt="2024-12-28T15:05:55.183" v="2392" actId="26606"/>
          <ac:spMkLst>
            <pc:docMk/>
            <pc:sldMk cId="1795142708" sldId="265"/>
            <ac:spMk id="23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5:05:55.183" v="2392" actId="26606"/>
          <ac:spMkLst>
            <pc:docMk/>
            <pc:sldMk cId="1795142708" sldId="265"/>
            <ac:spMk id="24" creationId="{E2384209-CB15-4CDF-9D31-C44FD9A3F20D}"/>
          </ac:spMkLst>
        </pc:spChg>
        <pc:spChg chg="add del">
          <ac:chgData name="Sanjivani Jadhav" userId="2751bfc8e71a4915" providerId="LiveId" clId="{0345D215-ADE1-400D-A503-1FF09835AB41}" dt="2024-12-28T15:05:55.183" v="2392" actId="26606"/>
          <ac:spMkLst>
            <pc:docMk/>
            <pc:sldMk cId="1795142708" sldId="265"/>
            <ac:spMk id="25" creationId="{2633B3B5-CC90-43F0-8714-D31D1F3F0209}"/>
          </ac:spMkLst>
        </pc:spChg>
        <pc:spChg chg="add del">
          <ac:chgData name="Sanjivani Jadhav" userId="2751bfc8e71a4915" providerId="LiveId" clId="{0345D215-ADE1-400D-A503-1FF09835AB41}" dt="2024-12-28T15:05:55.183" v="2392" actId="26606"/>
          <ac:spMkLst>
            <pc:docMk/>
            <pc:sldMk cId="1795142708" sldId="265"/>
            <ac:spMk id="26" creationId="{A8D57A06-A426-446D-B02C-A2DC6B62E45E}"/>
          </ac:spMkLst>
        </pc:spChg>
        <pc:spChg chg="add del">
          <ac:chgData name="Sanjivani Jadhav" userId="2751bfc8e71a4915" providerId="LiveId" clId="{0345D215-ADE1-400D-A503-1FF09835AB41}" dt="2024-12-28T15:06:08.679" v="2394" actId="26606"/>
          <ac:spMkLst>
            <pc:docMk/>
            <pc:sldMk cId="1795142708" sldId="265"/>
            <ac:spMk id="28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5:06:08.679" v="2394" actId="26606"/>
          <ac:spMkLst>
            <pc:docMk/>
            <pc:sldMk cId="1795142708" sldId="265"/>
            <ac:spMk id="29" creationId="{FD073016-B734-483B-8953-5BADEE145112}"/>
          </ac:spMkLst>
        </pc:spChg>
        <pc:spChg chg="add del">
          <ac:chgData name="Sanjivani Jadhav" userId="2751bfc8e71a4915" providerId="LiveId" clId="{0345D215-ADE1-400D-A503-1FF09835AB41}" dt="2024-12-28T15:06:08.679" v="2394" actId="26606"/>
          <ac:spMkLst>
            <pc:docMk/>
            <pc:sldMk cId="1795142708" sldId="265"/>
            <ac:spMk id="30" creationId="{90A7EAB6-59D3-4325-8DE6-E0CA4009CE53}"/>
          </ac:spMkLst>
        </pc:spChg>
        <pc:spChg chg="add del">
          <ac:chgData name="Sanjivani Jadhav" userId="2751bfc8e71a4915" providerId="LiveId" clId="{0345D215-ADE1-400D-A503-1FF09835AB41}" dt="2024-12-28T15:06:08.679" v="2394" actId="26606"/>
          <ac:spMkLst>
            <pc:docMk/>
            <pc:sldMk cId="1795142708" sldId="265"/>
            <ac:spMk id="31" creationId="{A8D57A06-A426-446D-B02C-A2DC6B62E45E}"/>
          </ac:spMkLst>
        </pc:spChg>
        <pc:spChg chg="add">
          <ac:chgData name="Sanjivani Jadhav" userId="2751bfc8e71a4915" providerId="LiveId" clId="{0345D215-ADE1-400D-A503-1FF09835AB41}" dt="2024-12-28T15:06:08.679" v="2394" actId="26606"/>
          <ac:spMkLst>
            <pc:docMk/>
            <pc:sldMk cId="1795142708" sldId="265"/>
            <ac:spMk id="36" creationId="{AB8C311F-7253-4AED-9701-7FC0708C41C7}"/>
          </ac:spMkLst>
        </pc:spChg>
        <pc:spChg chg="add">
          <ac:chgData name="Sanjivani Jadhav" userId="2751bfc8e71a4915" providerId="LiveId" clId="{0345D215-ADE1-400D-A503-1FF09835AB41}" dt="2024-12-28T15:06:08.679" v="2394" actId="26606"/>
          <ac:spMkLst>
            <pc:docMk/>
            <pc:sldMk cId="1795142708" sldId="265"/>
            <ac:spMk id="38" creationId="{E2384209-CB15-4CDF-9D31-C44FD9A3F20D}"/>
          </ac:spMkLst>
        </pc:spChg>
        <pc:spChg chg="add">
          <ac:chgData name="Sanjivani Jadhav" userId="2751bfc8e71a4915" providerId="LiveId" clId="{0345D215-ADE1-400D-A503-1FF09835AB41}" dt="2024-12-28T15:06:08.679" v="2394" actId="26606"/>
          <ac:spMkLst>
            <pc:docMk/>
            <pc:sldMk cId="1795142708" sldId="265"/>
            <ac:spMk id="40" creationId="{2633B3B5-CC90-43F0-8714-D31D1F3F0209}"/>
          </ac:spMkLst>
        </pc:spChg>
        <pc:spChg chg="add">
          <ac:chgData name="Sanjivani Jadhav" userId="2751bfc8e71a4915" providerId="LiveId" clId="{0345D215-ADE1-400D-A503-1FF09835AB41}" dt="2024-12-28T15:06:08.679" v="2394" actId="26606"/>
          <ac:spMkLst>
            <pc:docMk/>
            <pc:sldMk cId="1795142708" sldId="265"/>
            <ac:spMk id="42" creationId="{A8D57A06-A426-446D-B02C-A2DC6B62E45E}"/>
          </ac:spMkLst>
        </pc:spChg>
        <pc:grpChg chg="add mod">
          <ac:chgData name="Sanjivani Jadhav" userId="2751bfc8e71a4915" providerId="LiveId" clId="{0345D215-ADE1-400D-A503-1FF09835AB41}" dt="2024-12-28T15:06:08.679" v="2394" actId="26606"/>
          <ac:grpSpMkLst>
            <pc:docMk/>
            <pc:sldMk cId="1795142708" sldId="265"/>
            <ac:grpSpMk id="10" creationId="{2604ED65-D004-F83D-3283-7164283AACC4}"/>
          </ac:grpSpMkLst>
        </pc:grpChg>
        <pc:picChg chg="add mod">
          <ac:chgData name="Sanjivani Jadhav" userId="2751bfc8e71a4915" providerId="LiveId" clId="{0345D215-ADE1-400D-A503-1FF09835AB41}" dt="2024-12-28T15:05:29.457" v="2388" actId="164"/>
          <ac:picMkLst>
            <pc:docMk/>
            <pc:sldMk cId="1795142708" sldId="265"/>
            <ac:picMk id="7" creationId="{526DBEDD-235F-F000-4104-B51E38B1F10F}"/>
          </ac:picMkLst>
        </pc:picChg>
        <pc:picChg chg="add mod modCrop">
          <ac:chgData name="Sanjivani Jadhav" userId="2751bfc8e71a4915" providerId="LiveId" clId="{0345D215-ADE1-400D-A503-1FF09835AB41}" dt="2024-12-28T15:05:29.457" v="2388" actId="164"/>
          <ac:picMkLst>
            <pc:docMk/>
            <pc:sldMk cId="1795142708" sldId="265"/>
            <ac:picMk id="9" creationId="{259B3710-D3DC-DB8F-C757-AFE1C3235170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1989715315" sldId="266"/>
        </pc:sldMkLst>
        <pc:spChg chg="add mod">
          <ac:chgData name="Sanjivani Jadhav" userId="2751bfc8e71a4915" providerId="LiveId" clId="{0345D215-ADE1-400D-A503-1FF09835AB41}" dt="2024-12-28T15:17:56.363" v="2825" actId="164"/>
          <ac:spMkLst>
            <pc:docMk/>
            <pc:sldMk cId="1989715315" sldId="266"/>
            <ac:spMk id="2" creationId="{B1B7D70D-1DCD-A419-5ECF-31D710065656}"/>
          </ac:spMkLst>
        </pc:spChg>
        <pc:spChg chg="add mod">
          <ac:chgData name="Sanjivani Jadhav" userId="2751bfc8e71a4915" providerId="LiveId" clId="{0345D215-ADE1-400D-A503-1FF09835AB41}" dt="2024-12-28T15:17:56.363" v="2825" actId="164"/>
          <ac:spMkLst>
            <pc:docMk/>
            <pc:sldMk cId="1989715315" sldId="266"/>
            <ac:spMk id="3" creationId="{A39FBAE8-84C7-BE5F-B2FE-D55D6AC0C702}"/>
          </ac:spMkLst>
        </pc:spChg>
        <pc:spChg chg="add del">
          <ac:chgData name="Sanjivani Jadhav" userId="2751bfc8e71a4915" providerId="LiveId" clId="{0345D215-ADE1-400D-A503-1FF09835AB41}" dt="2024-12-28T15:18:23.643" v="2827" actId="26606"/>
          <ac:spMkLst>
            <pc:docMk/>
            <pc:sldMk cId="1989715315" sldId="266"/>
            <ac:spMk id="11" creationId="{F3060C83-F051-4F0E-ABAD-AA0DFC48B218}"/>
          </ac:spMkLst>
        </pc:spChg>
        <pc:spChg chg="add del">
          <ac:chgData name="Sanjivani Jadhav" userId="2751bfc8e71a4915" providerId="LiveId" clId="{0345D215-ADE1-400D-A503-1FF09835AB41}" dt="2024-12-28T15:18:23.643" v="2827" actId="26606"/>
          <ac:spMkLst>
            <pc:docMk/>
            <pc:sldMk cId="1989715315" sldId="266"/>
            <ac:spMk id="13" creationId="{83C98ABE-055B-441F-B07E-44F97F083C39}"/>
          </ac:spMkLst>
        </pc:spChg>
        <pc:spChg chg="add del">
          <ac:chgData name="Sanjivani Jadhav" userId="2751bfc8e71a4915" providerId="LiveId" clId="{0345D215-ADE1-400D-A503-1FF09835AB41}" dt="2024-12-28T15:18:23.643" v="2827" actId="26606"/>
          <ac:spMkLst>
            <pc:docMk/>
            <pc:sldMk cId="1989715315" sldId="266"/>
            <ac:spMk id="15" creationId="{29FDB030-9B49-4CED-8CCD-4D99382388AC}"/>
          </ac:spMkLst>
        </pc:spChg>
        <pc:spChg chg="add del">
          <ac:chgData name="Sanjivani Jadhav" userId="2751bfc8e71a4915" providerId="LiveId" clId="{0345D215-ADE1-400D-A503-1FF09835AB41}" dt="2024-12-28T15:18:23.643" v="2827" actId="26606"/>
          <ac:spMkLst>
            <pc:docMk/>
            <pc:sldMk cId="1989715315" sldId="266"/>
            <ac:spMk id="17" creationId="{3783CA14-24A1-485C-8B30-D6A5D87987AD}"/>
          </ac:spMkLst>
        </pc:spChg>
        <pc:spChg chg="add del">
          <ac:chgData name="Sanjivani Jadhav" userId="2751bfc8e71a4915" providerId="LiveId" clId="{0345D215-ADE1-400D-A503-1FF09835AB41}" dt="2024-12-28T15:18:23.643" v="2827" actId="26606"/>
          <ac:spMkLst>
            <pc:docMk/>
            <pc:sldMk cId="1989715315" sldId="266"/>
            <ac:spMk id="19" creationId="{9A97C86A-04D6-40F7-AE84-31AB43E6A846}"/>
          </ac:spMkLst>
        </pc:spChg>
        <pc:spChg chg="add del">
          <ac:chgData name="Sanjivani Jadhav" userId="2751bfc8e71a4915" providerId="LiveId" clId="{0345D215-ADE1-400D-A503-1FF09835AB41}" dt="2024-12-28T15:18:23.643" v="2827" actId="26606"/>
          <ac:spMkLst>
            <pc:docMk/>
            <pc:sldMk cId="1989715315" sldId="266"/>
            <ac:spMk id="21" creationId="{FF9F2414-84E8-453E-B1F3-389FDE8192D9}"/>
          </ac:spMkLst>
        </pc:spChg>
        <pc:spChg chg="add del">
          <ac:chgData name="Sanjivani Jadhav" userId="2751bfc8e71a4915" providerId="LiveId" clId="{0345D215-ADE1-400D-A503-1FF09835AB41}" dt="2024-12-28T15:18:23.643" v="2827" actId="26606"/>
          <ac:spMkLst>
            <pc:docMk/>
            <pc:sldMk cId="1989715315" sldId="266"/>
            <ac:spMk id="23" creationId="{3ECA69A1-7536-43AC-85EF-C7106179F5ED}"/>
          </ac:spMkLst>
        </pc:spChg>
        <pc:spChg chg="add del">
          <ac:chgData name="Sanjivani Jadhav" userId="2751bfc8e71a4915" providerId="LiveId" clId="{0345D215-ADE1-400D-A503-1FF09835AB41}" dt="2024-12-28T15:21:24.935" v="2837" actId="26606"/>
          <ac:spMkLst>
            <pc:docMk/>
            <pc:sldMk cId="1989715315" sldId="266"/>
            <ac:spMk id="25" creationId="{2D2B266D-3625-4584-A5C3-7D3F672CFF30}"/>
          </ac:spMkLst>
        </pc:spChg>
        <pc:spChg chg="add del">
          <ac:chgData name="Sanjivani Jadhav" userId="2751bfc8e71a4915" providerId="LiveId" clId="{0345D215-ADE1-400D-A503-1FF09835AB41}" dt="2024-12-28T15:21:24.935" v="2837" actId="26606"/>
          <ac:spMkLst>
            <pc:docMk/>
            <pc:sldMk cId="1989715315" sldId="266"/>
            <ac:spMk id="26" creationId="{A5D2A5D1-BA0D-47D3-B051-DA7743C46E28}"/>
          </ac:spMkLst>
        </pc:spChg>
        <pc:spChg chg="add del">
          <ac:chgData name="Sanjivani Jadhav" userId="2751bfc8e71a4915" providerId="LiveId" clId="{0345D215-ADE1-400D-A503-1FF09835AB41}" dt="2024-12-28T15:21:09.017" v="2832" actId="26606"/>
          <ac:spMkLst>
            <pc:docMk/>
            <pc:sldMk cId="1989715315" sldId="266"/>
            <ac:spMk id="31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5:21:09.017" v="2832" actId="26606"/>
          <ac:spMkLst>
            <pc:docMk/>
            <pc:sldMk cId="1989715315" sldId="266"/>
            <ac:spMk id="33" creationId="{FD073016-B734-483B-8953-5BADEE145112}"/>
          </ac:spMkLst>
        </pc:spChg>
        <pc:spChg chg="add del">
          <ac:chgData name="Sanjivani Jadhav" userId="2751bfc8e71a4915" providerId="LiveId" clId="{0345D215-ADE1-400D-A503-1FF09835AB41}" dt="2024-12-28T15:21:09.017" v="2832" actId="26606"/>
          <ac:spMkLst>
            <pc:docMk/>
            <pc:sldMk cId="1989715315" sldId="266"/>
            <ac:spMk id="35" creationId="{90A7EAB6-59D3-4325-8DE6-E0CA4009CE53}"/>
          </ac:spMkLst>
        </pc:spChg>
        <pc:spChg chg="add del">
          <ac:chgData name="Sanjivani Jadhav" userId="2751bfc8e71a4915" providerId="LiveId" clId="{0345D215-ADE1-400D-A503-1FF09835AB41}" dt="2024-12-28T15:21:09.017" v="2832" actId="26606"/>
          <ac:spMkLst>
            <pc:docMk/>
            <pc:sldMk cId="1989715315" sldId="266"/>
            <ac:spMk id="37" creationId="{A8D57A06-A426-446D-B02C-A2DC6B62E45E}"/>
          </ac:spMkLst>
        </pc:spChg>
        <pc:spChg chg="add del">
          <ac:chgData name="Sanjivani Jadhav" userId="2751bfc8e71a4915" providerId="LiveId" clId="{0345D215-ADE1-400D-A503-1FF09835AB41}" dt="2024-12-28T15:21:12.740" v="2834" actId="26606"/>
          <ac:spMkLst>
            <pc:docMk/>
            <pc:sldMk cId="1989715315" sldId="266"/>
            <ac:spMk id="39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5:21:12.740" v="2834" actId="26606"/>
          <ac:spMkLst>
            <pc:docMk/>
            <pc:sldMk cId="1989715315" sldId="266"/>
            <ac:spMk id="40" creationId="{E2384209-CB15-4CDF-9D31-C44FD9A3F20D}"/>
          </ac:spMkLst>
        </pc:spChg>
        <pc:spChg chg="add del">
          <ac:chgData name="Sanjivani Jadhav" userId="2751bfc8e71a4915" providerId="LiveId" clId="{0345D215-ADE1-400D-A503-1FF09835AB41}" dt="2024-12-28T15:21:12.740" v="2834" actId="26606"/>
          <ac:spMkLst>
            <pc:docMk/>
            <pc:sldMk cId="1989715315" sldId="266"/>
            <ac:spMk id="41" creationId="{2633B3B5-CC90-43F0-8714-D31D1F3F0209}"/>
          </ac:spMkLst>
        </pc:spChg>
        <pc:spChg chg="add del">
          <ac:chgData name="Sanjivani Jadhav" userId="2751bfc8e71a4915" providerId="LiveId" clId="{0345D215-ADE1-400D-A503-1FF09835AB41}" dt="2024-12-28T15:21:12.740" v="2834" actId="26606"/>
          <ac:spMkLst>
            <pc:docMk/>
            <pc:sldMk cId="1989715315" sldId="266"/>
            <ac:spMk id="42" creationId="{A8D57A06-A426-446D-B02C-A2DC6B62E45E}"/>
          </ac:spMkLst>
        </pc:spChg>
        <pc:spChg chg="add">
          <ac:chgData name="Sanjivani Jadhav" userId="2751bfc8e71a4915" providerId="LiveId" clId="{0345D215-ADE1-400D-A503-1FF09835AB41}" dt="2024-12-28T15:21:24.935" v="2837" actId="26606"/>
          <ac:spMkLst>
            <pc:docMk/>
            <pc:sldMk cId="1989715315" sldId="266"/>
            <ac:spMk id="43" creationId="{3ECA69A1-7536-43AC-85EF-C7106179F5ED}"/>
          </ac:spMkLst>
        </pc:spChg>
        <pc:spChg chg="add del">
          <ac:chgData name="Sanjivani Jadhav" userId="2751bfc8e71a4915" providerId="LiveId" clId="{0345D215-ADE1-400D-A503-1FF09835AB41}" dt="2024-12-28T15:21:24.935" v="2836" actId="26606"/>
          <ac:spMkLst>
            <pc:docMk/>
            <pc:sldMk cId="1989715315" sldId="266"/>
            <ac:spMk id="44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5:21:24.935" v="2836" actId="26606"/>
          <ac:spMkLst>
            <pc:docMk/>
            <pc:sldMk cId="1989715315" sldId="266"/>
            <ac:spMk id="45" creationId="{FD073016-B734-483B-8953-5BADEE145112}"/>
          </ac:spMkLst>
        </pc:spChg>
        <pc:spChg chg="add del">
          <ac:chgData name="Sanjivani Jadhav" userId="2751bfc8e71a4915" providerId="LiveId" clId="{0345D215-ADE1-400D-A503-1FF09835AB41}" dt="2024-12-28T15:21:24.935" v="2836" actId="26606"/>
          <ac:spMkLst>
            <pc:docMk/>
            <pc:sldMk cId="1989715315" sldId="266"/>
            <ac:spMk id="46" creationId="{90A7EAB6-59D3-4325-8DE6-E0CA4009CE53}"/>
          </ac:spMkLst>
        </pc:spChg>
        <pc:spChg chg="add del">
          <ac:chgData name="Sanjivani Jadhav" userId="2751bfc8e71a4915" providerId="LiveId" clId="{0345D215-ADE1-400D-A503-1FF09835AB41}" dt="2024-12-28T15:21:24.935" v="2836" actId="26606"/>
          <ac:spMkLst>
            <pc:docMk/>
            <pc:sldMk cId="1989715315" sldId="266"/>
            <ac:spMk id="47" creationId="{A8D57A06-A426-446D-B02C-A2DC6B62E45E}"/>
          </ac:spMkLst>
        </pc:spChg>
        <pc:spChg chg="add">
          <ac:chgData name="Sanjivani Jadhav" userId="2751bfc8e71a4915" providerId="LiveId" clId="{0345D215-ADE1-400D-A503-1FF09835AB41}" dt="2024-12-28T15:21:24.935" v="2837" actId="26606"/>
          <ac:spMkLst>
            <pc:docMk/>
            <pc:sldMk cId="1989715315" sldId="266"/>
            <ac:spMk id="49" creationId="{F3060C83-F051-4F0E-ABAD-AA0DFC48B218}"/>
          </ac:spMkLst>
        </pc:spChg>
        <pc:spChg chg="add">
          <ac:chgData name="Sanjivani Jadhav" userId="2751bfc8e71a4915" providerId="LiveId" clId="{0345D215-ADE1-400D-A503-1FF09835AB41}" dt="2024-12-28T15:21:24.935" v="2837" actId="26606"/>
          <ac:spMkLst>
            <pc:docMk/>
            <pc:sldMk cId="1989715315" sldId="266"/>
            <ac:spMk id="50" creationId="{83C98ABE-055B-441F-B07E-44F97F083C39}"/>
          </ac:spMkLst>
        </pc:spChg>
        <pc:spChg chg="add">
          <ac:chgData name="Sanjivani Jadhav" userId="2751bfc8e71a4915" providerId="LiveId" clId="{0345D215-ADE1-400D-A503-1FF09835AB41}" dt="2024-12-28T15:21:24.935" v="2837" actId="26606"/>
          <ac:spMkLst>
            <pc:docMk/>
            <pc:sldMk cId="1989715315" sldId="266"/>
            <ac:spMk id="51" creationId="{29FDB030-9B49-4CED-8CCD-4D99382388AC}"/>
          </ac:spMkLst>
        </pc:spChg>
        <pc:spChg chg="add">
          <ac:chgData name="Sanjivani Jadhav" userId="2751bfc8e71a4915" providerId="LiveId" clId="{0345D215-ADE1-400D-A503-1FF09835AB41}" dt="2024-12-28T15:21:24.935" v="2837" actId="26606"/>
          <ac:spMkLst>
            <pc:docMk/>
            <pc:sldMk cId="1989715315" sldId="266"/>
            <ac:spMk id="52" creationId="{3783CA14-24A1-485C-8B30-D6A5D87987AD}"/>
          </ac:spMkLst>
        </pc:spChg>
        <pc:spChg chg="add">
          <ac:chgData name="Sanjivani Jadhav" userId="2751bfc8e71a4915" providerId="LiveId" clId="{0345D215-ADE1-400D-A503-1FF09835AB41}" dt="2024-12-28T15:21:24.935" v="2837" actId="26606"/>
          <ac:spMkLst>
            <pc:docMk/>
            <pc:sldMk cId="1989715315" sldId="266"/>
            <ac:spMk id="53" creationId="{9A97C86A-04D6-40F7-AE84-31AB43E6A846}"/>
          </ac:spMkLst>
        </pc:spChg>
        <pc:spChg chg="add">
          <ac:chgData name="Sanjivani Jadhav" userId="2751bfc8e71a4915" providerId="LiveId" clId="{0345D215-ADE1-400D-A503-1FF09835AB41}" dt="2024-12-28T15:21:24.935" v="2837" actId="26606"/>
          <ac:spMkLst>
            <pc:docMk/>
            <pc:sldMk cId="1989715315" sldId="266"/>
            <ac:spMk id="54" creationId="{FF9F2414-84E8-453E-B1F3-389FDE8192D9}"/>
          </ac:spMkLst>
        </pc:spChg>
        <pc:grpChg chg="add mod">
          <ac:chgData name="Sanjivani Jadhav" userId="2751bfc8e71a4915" providerId="LiveId" clId="{0345D215-ADE1-400D-A503-1FF09835AB41}" dt="2024-12-28T15:21:24.935" v="2837" actId="26606"/>
          <ac:grpSpMkLst>
            <pc:docMk/>
            <pc:sldMk cId="1989715315" sldId="266"/>
            <ac:grpSpMk id="6" creationId="{18E7E133-9DEE-4ADD-4BF0-8500C89DE5DD}"/>
          </ac:grpSpMkLst>
        </pc:grpChg>
        <pc:picChg chg="add mod modCrop">
          <ac:chgData name="Sanjivani Jadhav" userId="2751bfc8e71a4915" providerId="LiveId" clId="{0345D215-ADE1-400D-A503-1FF09835AB41}" dt="2024-12-28T15:17:56.363" v="2825" actId="164"/>
          <ac:picMkLst>
            <pc:docMk/>
            <pc:sldMk cId="1989715315" sldId="266"/>
            <ac:picMk id="5" creationId="{EF7F59BE-F20D-FAE1-A6E1-2D0D183E52A4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3525623218" sldId="267"/>
        </pc:sldMkLst>
        <pc:spChg chg="add mod">
          <ac:chgData name="Sanjivani Jadhav" userId="2751bfc8e71a4915" providerId="LiveId" clId="{0345D215-ADE1-400D-A503-1FF09835AB41}" dt="2024-12-28T15:36:28.439" v="2975" actId="26606"/>
          <ac:spMkLst>
            <pc:docMk/>
            <pc:sldMk cId="3525623218" sldId="267"/>
            <ac:spMk id="2" creationId="{30D5A349-23C2-5B7D-D7B4-6A2D3E75B2D4}"/>
          </ac:spMkLst>
        </pc:spChg>
        <pc:spChg chg="add del mod">
          <ac:chgData name="Sanjivani Jadhav" userId="2751bfc8e71a4915" providerId="LiveId" clId="{0345D215-ADE1-400D-A503-1FF09835AB41}" dt="2024-12-28T15:24:44.017" v="2874"/>
          <ac:spMkLst>
            <pc:docMk/>
            <pc:sldMk cId="3525623218" sldId="267"/>
            <ac:spMk id="4" creationId="{9D6EC104-872D-A2DA-4BF5-1B4FB7A823C6}"/>
          </ac:spMkLst>
        </pc:spChg>
        <pc:spChg chg="add del">
          <ac:chgData name="Sanjivani Jadhav" userId="2751bfc8e71a4915" providerId="LiveId" clId="{0345D215-ADE1-400D-A503-1FF09835AB41}" dt="2024-12-28T15:36:28.439" v="2975" actId="26606"/>
          <ac:spMkLst>
            <pc:docMk/>
            <pc:sldMk cId="3525623218" sldId="267"/>
            <ac:spMk id="11" creationId="{A8384FB5-9ADC-4DDC-881B-597D56F5B15D}"/>
          </ac:spMkLst>
        </pc:spChg>
        <pc:spChg chg="add del">
          <ac:chgData name="Sanjivani Jadhav" userId="2751bfc8e71a4915" providerId="LiveId" clId="{0345D215-ADE1-400D-A503-1FF09835AB41}" dt="2024-12-28T15:31:38.130" v="2883" actId="26606"/>
          <ac:spMkLst>
            <pc:docMk/>
            <pc:sldMk cId="3525623218" sldId="267"/>
            <ac:spMk id="12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5:36:28.439" v="2975" actId="26606"/>
          <ac:spMkLst>
            <pc:docMk/>
            <pc:sldMk cId="3525623218" sldId="267"/>
            <ac:spMk id="13" creationId="{91E5A9A7-95C6-4F4F-B00E-C82E07FE62EF}"/>
          </ac:spMkLst>
        </pc:spChg>
        <pc:spChg chg="add del">
          <ac:chgData name="Sanjivani Jadhav" userId="2751bfc8e71a4915" providerId="LiveId" clId="{0345D215-ADE1-400D-A503-1FF09835AB41}" dt="2024-12-28T15:31:38.130" v="2883" actId="26606"/>
          <ac:spMkLst>
            <pc:docMk/>
            <pc:sldMk cId="3525623218" sldId="267"/>
            <ac:spMk id="14" creationId="{E2384209-CB15-4CDF-9D31-C44FD9A3F20D}"/>
          </ac:spMkLst>
        </pc:spChg>
        <pc:spChg chg="add del">
          <ac:chgData name="Sanjivani Jadhav" userId="2751bfc8e71a4915" providerId="LiveId" clId="{0345D215-ADE1-400D-A503-1FF09835AB41}" dt="2024-12-28T15:36:28.439" v="2975" actId="26606"/>
          <ac:spMkLst>
            <pc:docMk/>
            <pc:sldMk cId="3525623218" sldId="267"/>
            <ac:spMk id="15" creationId="{D07DD2DE-F619-49DD-B5E7-03A290FF4ED1}"/>
          </ac:spMkLst>
        </pc:spChg>
        <pc:spChg chg="add del">
          <ac:chgData name="Sanjivani Jadhav" userId="2751bfc8e71a4915" providerId="LiveId" clId="{0345D215-ADE1-400D-A503-1FF09835AB41}" dt="2024-12-28T15:31:38.130" v="2883" actId="26606"/>
          <ac:spMkLst>
            <pc:docMk/>
            <pc:sldMk cId="3525623218" sldId="267"/>
            <ac:spMk id="16" creationId="{2633B3B5-CC90-43F0-8714-D31D1F3F0209}"/>
          </ac:spMkLst>
        </pc:spChg>
        <pc:spChg chg="add del">
          <ac:chgData name="Sanjivani Jadhav" userId="2751bfc8e71a4915" providerId="LiveId" clId="{0345D215-ADE1-400D-A503-1FF09835AB41}" dt="2024-12-28T15:36:28.439" v="2975" actId="26606"/>
          <ac:spMkLst>
            <pc:docMk/>
            <pc:sldMk cId="3525623218" sldId="267"/>
            <ac:spMk id="17" creationId="{85149191-5F60-4A28-AAFF-039F96B0F3EC}"/>
          </ac:spMkLst>
        </pc:spChg>
        <pc:spChg chg="add del">
          <ac:chgData name="Sanjivani Jadhav" userId="2751bfc8e71a4915" providerId="LiveId" clId="{0345D215-ADE1-400D-A503-1FF09835AB41}" dt="2024-12-28T15:31:38.130" v="2883" actId="26606"/>
          <ac:spMkLst>
            <pc:docMk/>
            <pc:sldMk cId="3525623218" sldId="267"/>
            <ac:spMk id="18" creationId="{A8D57A06-A426-446D-B02C-A2DC6B62E45E}"/>
          </ac:spMkLst>
        </pc:spChg>
        <pc:spChg chg="add del">
          <ac:chgData name="Sanjivani Jadhav" userId="2751bfc8e71a4915" providerId="LiveId" clId="{0345D215-ADE1-400D-A503-1FF09835AB41}" dt="2024-12-28T15:36:28.439" v="2975" actId="26606"/>
          <ac:spMkLst>
            <pc:docMk/>
            <pc:sldMk cId="3525623218" sldId="267"/>
            <ac:spMk id="19" creationId="{F8260ED5-17F7-4158-B241-D51DD4CF1B7E}"/>
          </ac:spMkLst>
        </pc:spChg>
        <pc:spChg chg="add del">
          <ac:chgData name="Sanjivani Jadhav" userId="2751bfc8e71a4915" providerId="LiveId" clId="{0345D215-ADE1-400D-A503-1FF09835AB41}" dt="2024-12-28T15:36:28.424" v="2974" actId="26606"/>
          <ac:spMkLst>
            <pc:docMk/>
            <pc:sldMk cId="3525623218" sldId="267"/>
            <ac:spMk id="24" creationId="{D4771268-CB57-404A-9271-370EB28F6090}"/>
          </ac:spMkLst>
        </pc:spChg>
        <pc:spChg chg="add">
          <ac:chgData name="Sanjivani Jadhav" userId="2751bfc8e71a4915" providerId="LiveId" clId="{0345D215-ADE1-400D-A503-1FF09835AB41}" dt="2024-12-28T15:36:28.439" v="2975" actId="26606"/>
          <ac:spMkLst>
            <pc:docMk/>
            <pc:sldMk cId="3525623218" sldId="267"/>
            <ac:spMk id="26" creationId="{F7F3A0AA-35E5-4085-942B-737839030604}"/>
          </ac:spMkLst>
        </pc:spChg>
        <pc:spChg chg="add">
          <ac:chgData name="Sanjivani Jadhav" userId="2751bfc8e71a4915" providerId="LiveId" clId="{0345D215-ADE1-400D-A503-1FF09835AB41}" dt="2024-12-28T15:36:28.439" v="2975" actId="26606"/>
          <ac:spMkLst>
            <pc:docMk/>
            <pc:sldMk cId="3525623218" sldId="267"/>
            <ac:spMk id="27" creationId="{F0A604E4-7307-451C-93BE-F1F7E1BF3BF8}"/>
          </ac:spMkLst>
        </pc:spChg>
        <pc:spChg chg="add">
          <ac:chgData name="Sanjivani Jadhav" userId="2751bfc8e71a4915" providerId="LiveId" clId="{0345D215-ADE1-400D-A503-1FF09835AB41}" dt="2024-12-28T15:36:28.439" v="2975" actId="26606"/>
          <ac:spMkLst>
            <pc:docMk/>
            <pc:sldMk cId="3525623218" sldId="267"/>
            <ac:spMk id="28" creationId="{402F5C38-C747-4173-ABBF-656E39E82130}"/>
          </ac:spMkLst>
        </pc:spChg>
        <pc:spChg chg="add">
          <ac:chgData name="Sanjivani Jadhav" userId="2751bfc8e71a4915" providerId="LiveId" clId="{0345D215-ADE1-400D-A503-1FF09835AB41}" dt="2024-12-28T15:36:28.439" v="2975" actId="26606"/>
          <ac:spMkLst>
            <pc:docMk/>
            <pc:sldMk cId="3525623218" sldId="267"/>
            <ac:spMk id="30" creationId="{E37EECFC-A684-4391-AE85-4CDAF5565F61}"/>
          </ac:spMkLst>
        </pc:spChg>
        <pc:grpChg chg="add mod">
          <ac:chgData name="Sanjivani Jadhav" userId="2751bfc8e71a4915" providerId="LiveId" clId="{0345D215-ADE1-400D-A503-1FF09835AB41}" dt="2024-12-28T15:31:39.219" v="2884" actId="164"/>
          <ac:grpSpMkLst>
            <pc:docMk/>
            <pc:sldMk cId="3525623218" sldId="267"/>
            <ac:grpSpMk id="7" creationId="{27AF4F1D-5D6B-4025-6689-3443F5557914}"/>
          </ac:grpSpMkLst>
        </pc:grpChg>
        <pc:picChg chg="add mod">
          <ac:chgData name="Sanjivani Jadhav" userId="2751bfc8e71a4915" providerId="LiveId" clId="{0345D215-ADE1-400D-A503-1FF09835AB41}" dt="2024-12-28T15:36:38.107" v="2977" actId="14100"/>
          <ac:picMkLst>
            <pc:docMk/>
            <pc:sldMk cId="3525623218" sldId="267"/>
            <ac:picMk id="6" creationId="{CDA4CC58-C854-D5DF-0DEB-3513661C9635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2284564965" sldId="268"/>
        </pc:sldMkLst>
        <pc:spChg chg="add mod">
          <ac:chgData name="Sanjivani Jadhav" userId="2751bfc8e71a4915" providerId="LiveId" clId="{0345D215-ADE1-400D-A503-1FF09835AB41}" dt="2024-12-28T15:36:41.351" v="2978" actId="26606"/>
          <ac:spMkLst>
            <pc:docMk/>
            <pc:sldMk cId="2284564965" sldId="268"/>
            <ac:spMk id="2" creationId="{A4EE6A6E-EE61-6B47-FA4D-5D0535A638CA}"/>
          </ac:spMkLst>
        </pc:spChg>
        <pc:spChg chg="add del">
          <ac:chgData name="Sanjivani Jadhav" userId="2751bfc8e71a4915" providerId="LiveId" clId="{0345D215-ADE1-400D-A503-1FF09835AB41}" dt="2024-12-28T15:36:41.351" v="2978" actId="26606"/>
          <ac:spMkLst>
            <pc:docMk/>
            <pc:sldMk cId="2284564965" sldId="268"/>
            <ac:spMk id="9" creationId="{A8384FB5-9ADC-4DDC-881B-597D56F5B15D}"/>
          </ac:spMkLst>
        </pc:spChg>
        <pc:spChg chg="add del">
          <ac:chgData name="Sanjivani Jadhav" userId="2751bfc8e71a4915" providerId="LiveId" clId="{0345D215-ADE1-400D-A503-1FF09835AB41}" dt="2024-12-28T15:36:41.351" v="2978" actId="26606"/>
          <ac:spMkLst>
            <pc:docMk/>
            <pc:sldMk cId="2284564965" sldId="268"/>
            <ac:spMk id="11" creationId="{91E5A9A7-95C6-4F4F-B00E-C82E07FE62EF}"/>
          </ac:spMkLst>
        </pc:spChg>
        <pc:spChg chg="add del">
          <ac:chgData name="Sanjivani Jadhav" userId="2751bfc8e71a4915" providerId="LiveId" clId="{0345D215-ADE1-400D-A503-1FF09835AB41}" dt="2024-12-28T15:36:41.351" v="2978" actId="26606"/>
          <ac:spMkLst>
            <pc:docMk/>
            <pc:sldMk cId="2284564965" sldId="268"/>
            <ac:spMk id="13" creationId="{D07DD2DE-F619-49DD-B5E7-03A290FF4ED1}"/>
          </ac:spMkLst>
        </pc:spChg>
        <pc:spChg chg="add del">
          <ac:chgData name="Sanjivani Jadhav" userId="2751bfc8e71a4915" providerId="LiveId" clId="{0345D215-ADE1-400D-A503-1FF09835AB41}" dt="2024-12-28T15:36:41.351" v="2978" actId="26606"/>
          <ac:spMkLst>
            <pc:docMk/>
            <pc:sldMk cId="2284564965" sldId="268"/>
            <ac:spMk id="15" creationId="{85149191-5F60-4A28-AAFF-039F96B0F3EC}"/>
          </ac:spMkLst>
        </pc:spChg>
        <pc:spChg chg="add del">
          <ac:chgData name="Sanjivani Jadhav" userId="2751bfc8e71a4915" providerId="LiveId" clId="{0345D215-ADE1-400D-A503-1FF09835AB41}" dt="2024-12-28T15:36:41.351" v="2978" actId="26606"/>
          <ac:spMkLst>
            <pc:docMk/>
            <pc:sldMk cId="2284564965" sldId="268"/>
            <ac:spMk id="17" creationId="{F8260ED5-17F7-4158-B241-D51DD4CF1B7E}"/>
          </ac:spMkLst>
        </pc:spChg>
        <pc:spChg chg="add">
          <ac:chgData name="Sanjivani Jadhav" userId="2751bfc8e71a4915" providerId="LiveId" clId="{0345D215-ADE1-400D-A503-1FF09835AB41}" dt="2024-12-28T15:36:41.351" v="2978" actId="26606"/>
          <ac:spMkLst>
            <pc:docMk/>
            <pc:sldMk cId="2284564965" sldId="268"/>
            <ac:spMk id="22" creationId="{F0A604E4-7307-451C-93BE-F1F7E1BF3BF8}"/>
          </ac:spMkLst>
        </pc:spChg>
        <pc:spChg chg="add">
          <ac:chgData name="Sanjivani Jadhav" userId="2751bfc8e71a4915" providerId="LiveId" clId="{0345D215-ADE1-400D-A503-1FF09835AB41}" dt="2024-12-28T15:36:41.351" v="2978" actId="26606"/>
          <ac:spMkLst>
            <pc:docMk/>
            <pc:sldMk cId="2284564965" sldId="268"/>
            <ac:spMk id="24" creationId="{F7F3A0AA-35E5-4085-942B-737839030604}"/>
          </ac:spMkLst>
        </pc:spChg>
        <pc:spChg chg="add">
          <ac:chgData name="Sanjivani Jadhav" userId="2751bfc8e71a4915" providerId="LiveId" clId="{0345D215-ADE1-400D-A503-1FF09835AB41}" dt="2024-12-28T15:36:41.351" v="2978" actId="26606"/>
          <ac:spMkLst>
            <pc:docMk/>
            <pc:sldMk cId="2284564965" sldId="268"/>
            <ac:spMk id="26" creationId="{402F5C38-C747-4173-ABBF-656E39E82130}"/>
          </ac:spMkLst>
        </pc:spChg>
        <pc:spChg chg="add">
          <ac:chgData name="Sanjivani Jadhav" userId="2751bfc8e71a4915" providerId="LiveId" clId="{0345D215-ADE1-400D-A503-1FF09835AB41}" dt="2024-12-28T15:36:41.351" v="2978" actId="26606"/>
          <ac:spMkLst>
            <pc:docMk/>
            <pc:sldMk cId="2284564965" sldId="268"/>
            <ac:spMk id="28" creationId="{E37EECFC-A684-4391-AE85-4CDAF5565F61}"/>
          </ac:spMkLst>
        </pc:spChg>
        <pc:picChg chg="add mod modCrop">
          <ac:chgData name="Sanjivani Jadhav" userId="2751bfc8e71a4915" providerId="LiveId" clId="{0345D215-ADE1-400D-A503-1FF09835AB41}" dt="2024-12-28T15:36:51.783" v="2980" actId="14100"/>
          <ac:picMkLst>
            <pc:docMk/>
            <pc:sldMk cId="2284564965" sldId="268"/>
            <ac:picMk id="4" creationId="{E0A78980-0E3D-C879-68F7-6D56232F83EA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3923740909" sldId="269"/>
        </pc:sldMkLst>
        <pc:spChg chg="add mod">
          <ac:chgData name="Sanjivani Jadhav" userId="2751bfc8e71a4915" providerId="LiveId" clId="{0345D215-ADE1-400D-A503-1FF09835AB41}" dt="2024-12-28T15:36:55.186" v="2981" actId="26606"/>
          <ac:spMkLst>
            <pc:docMk/>
            <pc:sldMk cId="3923740909" sldId="269"/>
            <ac:spMk id="2" creationId="{5FA4A00D-C052-5819-F4F0-2F490F0DB415}"/>
          </ac:spMkLst>
        </pc:spChg>
        <pc:spChg chg="add del">
          <ac:chgData name="Sanjivani Jadhav" userId="2751bfc8e71a4915" providerId="LiveId" clId="{0345D215-ADE1-400D-A503-1FF09835AB41}" dt="2024-12-28T15:36:55.186" v="2981" actId="26606"/>
          <ac:spMkLst>
            <pc:docMk/>
            <pc:sldMk cId="3923740909" sldId="269"/>
            <ac:spMk id="9" creationId="{A8384FB5-9ADC-4DDC-881B-597D56F5B15D}"/>
          </ac:spMkLst>
        </pc:spChg>
        <pc:spChg chg="add del">
          <ac:chgData name="Sanjivani Jadhav" userId="2751bfc8e71a4915" providerId="LiveId" clId="{0345D215-ADE1-400D-A503-1FF09835AB41}" dt="2024-12-28T15:36:55.186" v="2981" actId="26606"/>
          <ac:spMkLst>
            <pc:docMk/>
            <pc:sldMk cId="3923740909" sldId="269"/>
            <ac:spMk id="11" creationId="{91E5A9A7-95C6-4F4F-B00E-C82E07FE62EF}"/>
          </ac:spMkLst>
        </pc:spChg>
        <pc:spChg chg="add del">
          <ac:chgData name="Sanjivani Jadhav" userId="2751bfc8e71a4915" providerId="LiveId" clId="{0345D215-ADE1-400D-A503-1FF09835AB41}" dt="2024-12-28T15:36:55.186" v="2981" actId="26606"/>
          <ac:spMkLst>
            <pc:docMk/>
            <pc:sldMk cId="3923740909" sldId="269"/>
            <ac:spMk id="13" creationId="{D07DD2DE-F619-49DD-B5E7-03A290FF4ED1}"/>
          </ac:spMkLst>
        </pc:spChg>
        <pc:spChg chg="add del">
          <ac:chgData name="Sanjivani Jadhav" userId="2751bfc8e71a4915" providerId="LiveId" clId="{0345D215-ADE1-400D-A503-1FF09835AB41}" dt="2024-12-28T15:36:55.186" v="2981" actId="26606"/>
          <ac:spMkLst>
            <pc:docMk/>
            <pc:sldMk cId="3923740909" sldId="269"/>
            <ac:spMk id="15" creationId="{85149191-5F60-4A28-AAFF-039F96B0F3EC}"/>
          </ac:spMkLst>
        </pc:spChg>
        <pc:spChg chg="add del">
          <ac:chgData name="Sanjivani Jadhav" userId="2751bfc8e71a4915" providerId="LiveId" clId="{0345D215-ADE1-400D-A503-1FF09835AB41}" dt="2024-12-28T15:36:55.186" v="2981" actId="26606"/>
          <ac:spMkLst>
            <pc:docMk/>
            <pc:sldMk cId="3923740909" sldId="269"/>
            <ac:spMk id="17" creationId="{F8260ED5-17F7-4158-B241-D51DD4CF1B7E}"/>
          </ac:spMkLst>
        </pc:spChg>
        <pc:spChg chg="add">
          <ac:chgData name="Sanjivani Jadhav" userId="2751bfc8e71a4915" providerId="LiveId" clId="{0345D215-ADE1-400D-A503-1FF09835AB41}" dt="2024-12-28T15:36:55.186" v="2981" actId="26606"/>
          <ac:spMkLst>
            <pc:docMk/>
            <pc:sldMk cId="3923740909" sldId="269"/>
            <ac:spMk id="22" creationId="{F0A604E4-7307-451C-93BE-F1F7E1BF3BF8}"/>
          </ac:spMkLst>
        </pc:spChg>
        <pc:spChg chg="add">
          <ac:chgData name="Sanjivani Jadhav" userId="2751bfc8e71a4915" providerId="LiveId" clId="{0345D215-ADE1-400D-A503-1FF09835AB41}" dt="2024-12-28T15:36:55.186" v="2981" actId="26606"/>
          <ac:spMkLst>
            <pc:docMk/>
            <pc:sldMk cId="3923740909" sldId="269"/>
            <ac:spMk id="24" creationId="{F7F3A0AA-35E5-4085-942B-737839030604}"/>
          </ac:spMkLst>
        </pc:spChg>
        <pc:spChg chg="add">
          <ac:chgData name="Sanjivani Jadhav" userId="2751bfc8e71a4915" providerId="LiveId" clId="{0345D215-ADE1-400D-A503-1FF09835AB41}" dt="2024-12-28T15:36:55.186" v="2981" actId="26606"/>
          <ac:spMkLst>
            <pc:docMk/>
            <pc:sldMk cId="3923740909" sldId="269"/>
            <ac:spMk id="26" creationId="{402F5C38-C747-4173-ABBF-656E39E82130}"/>
          </ac:spMkLst>
        </pc:spChg>
        <pc:spChg chg="add">
          <ac:chgData name="Sanjivani Jadhav" userId="2751bfc8e71a4915" providerId="LiveId" clId="{0345D215-ADE1-400D-A503-1FF09835AB41}" dt="2024-12-28T15:36:55.186" v="2981" actId="26606"/>
          <ac:spMkLst>
            <pc:docMk/>
            <pc:sldMk cId="3923740909" sldId="269"/>
            <ac:spMk id="28" creationId="{E37EECFC-A684-4391-AE85-4CDAF5565F61}"/>
          </ac:spMkLst>
        </pc:spChg>
        <pc:picChg chg="add mod modCrop">
          <ac:chgData name="Sanjivani Jadhav" userId="2751bfc8e71a4915" providerId="LiveId" clId="{0345D215-ADE1-400D-A503-1FF09835AB41}" dt="2024-12-28T15:37:07.818" v="2985" actId="14100"/>
          <ac:picMkLst>
            <pc:docMk/>
            <pc:sldMk cId="3923740909" sldId="269"/>
            <ac:picMk id="4" creationId="{FDBDD69E-81D3-9170-C734-A1114697301A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2451743714" sldId="270"/>
        </pc:sldMkLst>
        <pc:spChg chg="add del mod">
          <ac:chgData name="Sanjivani Jadhav" userId="2751bfc8e71a4915" providerId="LiveId" clId="{0345D215-ADE1-400D-A503-1FF09835AB41}" dt="2024-12-28T15:39:35.426" v="2990"/>
          <ac:spMkLst>
            <pc:docMk/>
            <pc:sldMk cId="2451743714" sldId="270"/>
            <ac:spMk id="3" creationId="{F47773B9-3700-17A2-E239-FF2A83D3B1C9}"/>
          </ac:spMkLst>
        </pc:spChg>
        <pc:spChg chg="add mod">
          <ac:chgData name="Sanjivani Jadhav" userId="2751bfc8e71a4915" providerId="LiveId" clId="{0345D215-ADE1-400D-A503-1FF09835AB41}" dt="2024-12-28T15:46:53.687" v="3073" actId="26606"/>
          <ac:spMkLst>
            <pc:docMk/>
            <pc:sldMk cId="2451743714" sldId="270"/>
            <ac:spMk id="4" creationId="{C2186987-9958-4FE2-E03A-E234295A7A65}"/>
          </ac:spMkLst>
        </pc:spChg>
        <pc:spChg chg="add del">
          <ac:chgData name="Sanjivani Jadhav" userId="2751bfc8e71a4915" providerId="LiveId" clId="{0345D215-ADE1-400D-A503-1FF09835AB41}" dt="2024-12-28T15:45:27.300" v="3055" actId="26606"/>
          <ac:spMkLst>
            <pc:docMk/>
            <pc:sldMk cId="2451743714" sldId="270"/>
            <ac:spMk id="11" creationId="{A8384FB5-9ADC-4DDC-881B-597D56F5B15D}"/>
          </ac:spMkLst>
        </pc:spChg>
        <pc:spChg chg="add del">
          <ac:chgData name="Sanjivani Jadhav" userId="2751bfc8e71a4915" providerId="LiveId" clId="{0345D215-ADE1-400D-A503-1FF09835AB41}" dt="2024-12-28T15:45:27.300" v="3055" actId="26606"/>
          <ac:spMkLst>
            <pc:docMk/>
            <pc:sldMk cId="2451743714" sldId="270"/>
            <ac:spMk id="13" creationId="{1199E1B1-A8C0-4FE8-A5A8-1CB41D69F857}"/>
          </ac:spMkLst>
        </pc:spChg>
        <pc:spChg chg="add del">
          <ac:chgData name="Sanjivani Jadhav" userId="2751bfc8e71a4915" providerId="LiveId" clId="{0345D215-ADE1-400D-A503-1FF09835AB41}" dt="2024-12-28T15:45:27.300" v="3055" actId="26606"/>
          <ac:spMkLst>
            <pc:docMk/>
            <pc:sldMk cId="2451743714" sldId="270"/>
            <ac:spMk id="15" creationId="{84A8DE83-DE75-4B41-9DB4-A7EC0B0DEC0B}"/>
          </ac:spMkLst>
        </pc:spChg>
        <pc:spChg chg="add del">
          <ac:chgData name="Sanjivani Jadhav" userId="2751bfc8e71a4915" providerId="LiveId" clId="{0345D215-ADE1-400D-A503-1FF09835AB41}" dt="2024-12-28T15:45:27.300" v="3055" actId="26606"/>
          <ac:spMkLst>
            <pc:docMk/>
            <pc:sldMk cId="2451743714" sldId="270"/>
            <ac:spMk id="17" creationId="{A7009A0A-BEF5-4EAC-AF15-E4F9F002E239}"/>
          </ac:spMkLst>
        </pc:spChg>
        <pc:spChg chg="add del">
          <ac:chgData name="Sanjivani Jadhav" userId="2751bfc8e71a4915" providerId="LiveId" clId="{0345D215-ADE1-400D-A503-1FF09835AB41}" dt="2024-12-28T15:45:47.551" v="3057" actId="26606"/>
          <ac:spMkLst>
            <pc:docMk/>
            <pc:sldMk cId="2451743714" sldId="270"/>
            <ac:spMk id="19" creationId="{F8260ED5-17F7-4158-B241-D51DD4CF1B7E}"/>
          </ac:spMkLst>
        </pc:spChg>
        <pc:spChg chg="add del">
          <ac:chgData name="Sanjivani Jadhav" userId="2751bfc8e71a4915" providerId="LiveId" clId="{0345D215-ADE1-400D-A503-1FF09835AB41}" dt="2024-12-28T15:45:47.551" v="3057" actId="26606"/>
          <ac:spMkLst>
            <pc:docMk/>
            <pc:sldMk cId="2451743714" sldId="270"/>
            <ac:spMk id="20" creationId="{A8384FB5-9ADC-4DDC-881B-597D56F5B15D}"/>
          </ac:spMkLst>
        </pc:spChg>
        <pc:spChg chg="add del">
          <ac:chgData name="Sanjivani Jadhav" userId="2751bfc8e71a4915" providerId="LiveId" clId="{0345D215-ADE1-400D-A503-1FF09835AB41}" dt="2024-12-28T15:45:47.551" v="3057" actId="26606"/>
          <ac:spMkLst>
            <pc:docMk/>
            <pc:sldMk cId="2451743714" sldId="270"/>
            <ac:spMk id="21" creationId="{91E5A9A7-95C6-4F4F-B00E-C82E07FE62EF}"/>
          </ac:spMkLst>
        </pc:spChg>
        <pc:spChg chg="add del">
          <ac:chgData name="Sanjivani Jadhav" userId="2751bfc8e71a4915" providerId="LiveId" clId="{0345D215-ADE1-400D-A503-1FF09835AB41}" dt="2024-12-28T15:45:47.551" v="3057" actId="26606"/>
          <ac:spMkLst>
            <pc:docMk/>
            <pc:sldMk cId="2451743714" sldId="270"/>
            <ac:spMk id="22" creationId="{D07DD2DE-F619-49DD-B5E7-03A290FF4ED1}"/>
          </ac:spMkLst>
        </pc:spChg>
        <pc:spChg chg="add del">
          <ac:chgData name="Sanjivani Jadhav" userId="2751bfc8e71a4915" providerId="LiveId" clId="{0345D215-ADE1-400D-A503-1FF09835AB41}" dt="2024-12-28T15:45:47.551" v="3057" actId="26606"/>
          <ac:spMkLst>
            <pc:docMk/>
            <pc:sldMk cId="2451743714" sldId="270"/>
            <ac:spMk id="23" creationId="{85149191-5F60-4A28-AAFF-039F96B0F3EC}"/>
          </ac:spMkLst>
        </pc:spChg>
        <pc:spChg chg="add del">
          <ac:chgData name="Sanjivani Jadhav" userId="2751bfc8e71a4915" providerId="LiveId" clId="{0345D215-ADE1-400D-A503-1FF09835AB41}" dt="2024-12-28T15:45:50.167" v="3059" actId="26606"/>
          <ac:spMkLst>
            <pc:docMk/>
            <pc:sldMk cId="2451743714" sldId="270"/>
            <ac:spMk id="25" creationId="{362D44EE-C852-4460-B8B5-C4F2BC20510C}"/>
          </ac:spMkLst>
        </pc:spChg>
        <pc:spChg chg="add del">
          <ac:chgData name="Sanjivani Jadhav" userId="2751bfc8e71a4915" providerId="LiveId" clId="{0345D215-ADE1-400D-A503-1FF09835AB41}" dt="2024-12-28T15:45:50.167" v="3059" actId="26606"/>
          <ac:spMkLst>
            <pc:docMk/>
            <pc:sldMk cId="2451743714" sldId="270"/>
            <ac:spMk id="26" creationId="{658970D8-8D1D-4B5C-894B-E871CC86543D}"/>
          </ac:spMkLst>
        </pc:spChg>
        <pc:spChg chg="add del">
          <ac:chgData name="Sanjivani Jadhav" userId="2751bfc8e71a4915" providerId="LiveId" clId="{0345D215-ADE1-400D-A503-1FF09835AB41}" dt="2024-12-28T15:45:50.167" v="3059" actId="26606"/>
          <ac:spMkLst>
            <pc:docMk/>
            <pc:sldMk cId="2451743714" sldId="270"/>
            <ac:spMk id="27" creationId="{F227E5B6-9132-43CA-B503-37A18562ADF2}"/>
          </ac:spMkLst>
        </pc:spChg>
        <pc:spChg chg="add del">
          <ac:chgData name="Sanjivani Jadhav" userId="2751bfc8e71a4915" providerId="LiveId" clId="{0345D215-ADE1-400D-A503-1FF09835AB41}" dt="2024-12-28T15:45:50.167" v="3059" actId="26606"/>
          <ac:spMkLst>
            <pc:docMk/>
            <pc:sldMk cId="2451743714" sldId="270"/>
            <ac:spMk id="28" creationId="{03C2051E-A88D-48E5-BACF-AAED17892722}"/>
          </ac:spMkLst>
        </pc:spChg>
        <pc:spChg chg="add del">
          <ac:chgData name="Sanjivani Jadhav" userId="2751bfc8e71a4915" providerId="LiveId" clId="{0345D215-ADE1-400D-A503-1FF09835AB41}" dt="2024-12-28T15:45:50.167" v="3059" actId="26606"/>
          <ac:spMkLst>
            <pc:docMk/>
            <pc:sldMk cId="2451743714" sldId="270"/>
            <ac:spMk id="29" creationId="{7821A508-2985-4905-874A-527429BAABFA}"/>
          </ac:spMkLst>
        </pc:spChg>
        <pc:spChg chg="add del">
          <ac:chgData name="Sanjivani Jadhav" userId="2751bfc8e71a4915" providerId="LiveId" clId="{0345D215-ADE1-400D-A503-1FF09835AB41}" dt="2024-12-28T15:45:50.167" v="3059" actId="26606"/>
          <ac:spMkLst>
            <pc:docMk/>
            <pc:sldMk cId="2451743714" sldId="270"/>
            <ac:spMk id="30" creationId="{D2929CB1-0E3C-4B2D-ADC5-0154FB33BA44}"/>
          </ac:spMkLst>
        </pc:spChg>
        <pc:spChg chg="add del">
          <ac:chgData name="Sanjivani Jadhav" userId="2751bfc8e71a4915" providerId="LiveId" clId="{0345D215-ADE1-400D-A503-1FF09835AB41}" dt="2024-12-28T15:45:50.167" v="3059" actId="26606"/>
          <ac:spMkLst>
            <pc:docMk/>
            <pc:sldMk cId="2451743714" sldId="270"/>
            <ac:spMk id="31" creationId="{5F2F0C84-BE8C-4DC2-A6D3-30349A801D5C}"/>
          </ac:spMkLst>
        </pc:spChg>
        <pc:spChg chg="add del">
          <ac:chgData name="Sanjivani Jadhav" userId="2751bfc8e71a4915" providerId="LiveId" clId="{0345D215-ADE1-400D-A503-1FF09835AB41}" dt="2024-12-28T15:45:56.906" v="3061" actId="26606"/>
          <ac:spMkLst>
            <pc:docMk/>
            <pc:sldMk cId="2451743714" sldId="270"/>
            <ac:spMk id="33" creationId="{5DCB5928-DC7D-4612-9922-441966E15627}"/>
          </ac:spMkLst>
        </pc:spChg>
        <pc:spChg chg="add del">
          <ac:chgData name="Sanjivani Jadhav" userId="2751bfc8e71a4915" providerId="LiveId" clId="{0345D215-ADE1-400D-A503-1FF09835AB41}" dt="2024-12-28T15:45:56.906" v="3061" actId="26606"/>
          <ac:spMkLst>
            <pc:docMk/>
            <pc:sldMk cId="2451743714" sldId="270"/>
            <ac:spMk id="34" creationId="{682C1161-1736-45EC-99B7-33F3CAE9D517}"/>
          </ac:spMkLst>
        </pc:spChg>
        <pc:spChg chg="add del">
          <ac:chgData name="Sanjivani Jadhav" userId="2751bfc8e71a4915" providerId="LiveId" clId="{0345D215-ADE1-400D-A503-1FF09835AB41}" dt="2024-12-28T15:45:56.906" v="3061" actId="26606"/>
          <ac:spMkLst>
            <pc:docMk/>
            <pc:sldMk cId="2451743714" sldId="270"/>
            <ac:spMk id="35" creationId="{84D4DDB8-B68F-45B0-9F62-C4279996F672}"/>
          </ac:spMkLst>
        </pc:spChg>
        <pc:spChg chg="add del">
          <ac:chgData name="Sanjivani Jadhav" userId="2751bfc8e71a4915" providerId="LiveId" clId="{0345D215-ADE1-400D-A503-1FF09835AB41}" dt="2024-12-28T15:45:56.906" v="3061" actId="26606"/>
          <ac:spMkLst>
            <pc:docMk/>
            <pc:sldMk cId="2451743714" sldId="270"/>
            <ac:spMk id="36" creationId="{AF2F604E-43BE-4DC3-B983-E071523364F8}"/>
          </ac:spMkLst>
        </pc:spChg>
        <pc:spChg chg="add del">
          <ac:chgData name="Sanjivani Jadhav" userId="2751bfc8e71a4915" providerId="LiveId" clId="{0345D215-ADE1-400D-A503-1FF09835AB41}" dt="2024-12-28T15:45:56.906" v="3061" actId="26606"/>
          <ac:spMkLst>
            <pc:docMk/>
            <pc:sldMk cId="2451743714" sldId="270"/>
            <ac:spMk id="37" creationId="{08C9B587-E65E-4B52-B37C-ABEBB6E87928}"/>
          </ac:spMkLst>
        </pc:spChg>
        <pc:spChg chg="add del">
          <ac:chgData name="Sanjivani Jadhav" userId="2751bfc8e71a4915" providerId="LiveId" clId="{0345D215-ADE1-400D-A503-1FF09835AB41}" dt="2024-12-28T15:46:02.018" v="3063" actId="26606"/>
          <ac:spMkLst>
            <pc:docMk/>
            <pc:sldMk cId="2451743714" sldId="270"/>
            <ac:spMk id="39" creationId="{19D32F93-50AC-4C46-A5DB-291C60DDB7BD}"/>
          </ac:spMkLst>
        </pc:spChg>
        <pc:spChg chg="add del">
          <ac:chgData name="Sanjivani Jadhav" userId="2751bfc8e71a4915" providerId="LiveId" clId="{0345D215-ADE1-400D-A503-1FF09835AB41}" dt="2024-12-28T15:46:02.018" v="3063" actId="26606"/>
          <ac:spMkLst>
            <pc:docMk/>
            <pc:sldMk cId="2451743714" sldId="270"/>
            <ac:spMk id="40" creationId="{86FD7672-78BE-4D6F-A711-2CDB79B52DFF}"/>
          </ac:spMkLst>
        </pc:spChg>
        <pc:spChg chg="add del">
          <ac:chgData name="Sanjivani Jadhav" userId="2751bfc8e71a4915" providerId="LiveId" clId="{0345D215-ADE1-400D-A503-1FF09835AB41}" dt="2024-12-28T15:46:02.018" v="3063" actId="26606"/>
          <ac:spMkLst>
            <pc:docMk/>
            <pc:sldMk cId="2451743714" sldId="270"/>
            <ac:spMk id="41" creationId="{827DC2C4-B485-428A-BF4A-472D2967F47F}"/>
          </ac:spMkLst>
        </pc:spChg>
        <pc:spChg chg="add del">
          <ac:chgData name="Sanjivani Jadhav" userId="2751bfc8e71a4915" providerId="LiveId" clId="{0345D215-ADE1-400D-A503-1FF09835AB41}" dt="2024-12-28T15:46:02.018" v="3063" actId="26606"/>
          <ac:spMkLst>
            <pc:docMk/>
            <pc:sldMk cId="2451743714" sldId="270"/>
            <ac:spMk id="42" creationId="{4A62647B-1222-407C-8740-5A497612B1F5}"/>
          </ac:spMkLst>
        </pc:spChg>
        <pc:spChg chg="add del">
          <ac:chgData name="Sanjivani Jadhav" userId="2751bfc8e71a4915" providerId="LiveId" clId="{0345D215-ADE1-400D-A503-1FF09835AB41}" dt="2024-12-28T15:46:13.082" v="3066" actId="26606"/>
          <ac:spMkLst>
            <pc:docMk/>
            <pc:sldMk cId="2451743714" sldId="270"/>
            <ac:spMk id="44" creationId="{23D09407-53BC-485E-B4CE-BC5E4FC4B25B}"/>
          </ac:spMkLst>
        </pc:spChg>
        <pc:spChg chg="add del">
          <ac:chgData name="Sanjivani Jadhav" userId="2751bfc8e71a4915" providerId="LiveId" clId="{0345D215-ADE1-400D-A503-1FF09835AB41}" dt="2024-12-28T15:46:13.082" v="3066" actId="26606"/>
          <ac:spMkLst>
            <pc:docMk/>
            <pc:sldMk cId="2451743714" sldId="270"/>
            <ac:spMk id="45" creationId="{921DB988-49FC-4608-B0A2-E2F3A4019041}"/>
          </ac:spMkLst>
        </pc:spChg>
        <pc:spChg chg="add del">
          <ac:chgData name="Sanjivani Jadhav" userId="2751bfc8e71a4915" providerId="LiveId" clId="{0345D215-ADE1-400D-A503-1FF09835AB41}" dt="2024-12-28T15:46:43.149" v="3071" actId="26606"/>
          <ac:spMkLst>
            <pc:docMk/>
            <pc:sldMk cId="2451743714" sldId="270"/>
            <ac:spMk id="57" creationId="{6753252F-4873-4F63-801D-CC719279A7D5}"/>
          </ac:spMkLst>
        </pc:spChg>
        <pc:spChg chg="add del">
          <ac:chgData name="Sanjivani Jadhav" userId="2751bfc8e71a4915" providerId="LiveId" clId="{0345D215-ADE1-400D-A503-1FF09835AB41}" dt="2024-12-28T15:46:43.149" v="3071" actId="26606"/>
          <ac:spMkLst>
            <pc:docMk/>
            <pc:sldMk cId="2451743714" sldId="270"/>
            <ac:spMk id="59" creationId="{047C8CCB-F95D-4249-92DD-651249D3535A}"/>
          </ac:spMkLst>
        </pc:spChg>
        <pc:spChg chg="add del">
          <ac:chgData name="Sanjivani Jadhav" userId="2751bfc8e71a4915" providerId="LiveId" clId="{0345D215-ADE1-400D-A503-1FF09835AB41}" dt="2024-12-28T15:46:53.687" v="3073" actId="26606"/>
          <ac:spMkLst>
            <pc:docMk/>
            <pc:sldMk cId="2451743714" sldId="270"/>
            <ac:spMk id="64" creationId="{A8384FB5-9ADC-4DDC-881B-597D56F5B15D}"/>
          </ac:spMkLst>
        </pc:spChg>
        <pc:spChg chg="add del">
          <ac:chgData name="Sanjivani Jadhav" userId="2751bfc8e71a4915" providerId="LiveId" clId="{0345D215-ADE1-400D-A503-1FF09835AB41}" dt="2024-12-28T15:46:53.687" v="3073" actId="26606"/>
          <ac:spMkLst>
            <pc:docMk/>
            <pc:sldMk cId="2451743714" sldId="270"/>
            <ac:spMk id="66" creationId="{91E5A9A7-95C6-4F4F-B00E-C82E07FE62EF}"/>
          </ac:spMkLst>
        </pc:spChg>
        <pc:spChg chg="add del">
          <ac:chgData name="Sanjivani Jadhav" userId="2751bfc8e71a4915" providerId="LiveId" clId="{0345D215-ADE1-400D-A503-1FF09835AB41}" dt="2024-12-28T15:46:53.687" v="3073" actId="26606"/>
          <ac:spMkLst>
            <pc:docMk/>
            <pc:sldMk cId="2451743714" sldId="270"/>
            <ac:spMk id="68" creationId="{D07DD2DE-F619-49DD-B5E7-03A290FF4ED1}"/>
          </ac:spMkLst>
        </pc:spChg>
        <pc:spChg chg="add del">
          <ac:chgData name="Sanjivani Jadhav" userId="2751bfc8e71a4915" providerId="LiveId" clId="{0345D215-ADE1-400D-A503-1FF09835AB41}" dt="2024-12-28T15:46:53.687" v="3073" actId="26606"/>
          <ac:spMkLst>
            <pc:docMk/>
            <pc:sldMk cId="2451743714" sldId="270"/>
            <ac:spMk id="70" creationId="{85149191-5F60-4A28-AAFF-039F96B0F3EC}"/>
          </ac:spMkLst>
        </pc:spChg>
        <pc:spChg chg="add del">
          <ac:chgData name="Sanjivani Jadhav" userId="2751bfc8e71a4915" providerId="LiveId" clId="{0345D215-ADE1-400D-A503-1FF09835AB41}" dt="2024-12-28T15:46:53.687" v="3073" actId="26606"/>
          <ac:spMkLst>
            <pc:docMk/>
            <pc:sldMk cId="2451743714" sldId="270"/>
            <ac:spMk id="72" creationId="{F8260ED5-17F7-4158-B241-D51DD4CF1B7E}"/>
          </ac:spMkLst>
        </pc:spChg>
        <pc:spChg chg="add">
          <ac:chgData name="Sanjivani Jadhav" userId="2751bfc8e71a4915" providerId="LiveId" clId="{0345D215-ADE1-400D-A503-1FF09835AB41}" dt="2024-12-28T15:46:53.687" v="3073" actId="26606"/>
          <ac:spMkLst>
            <pc:docMk/>
            <pc:sldMk cId="2451743714" sldId="270"/>
            <ac:spMk id="77" creationId="{F0A604E4-7307-451C-93BE-F1F7E1BF3BF8}"/>
          </ac:spMkLst>
        </pc:spChg>
        <pc:spChg chg="add">
          <ac:chgData name="Sanjivani Jadhav" userId="2751bfc8e71a4915" providerId="LiveId" clId="{0345D215-ADE1-400D-A503-1FF09835AB41}" dt="2024-12-28T15:46:53.687" v="3073" actId="26606"/>
          <ac:spMkLst>
            <pc:docMk/>
            <pc:sldMk cId="2451743714" sldId="270"/>
            <ac:spMk id="79" creationId="{F7F3A0AA-35E5-4085-942B-737839030604}"/>
          </ac:spMkLst>
        </pc:spChg>
        <pc:spChg chg="add">
          <ac:chgData name="Sanjivani Jadhav" userId="2751bfc8e71a4915" providerId="LiveId" clId="{0345D215-ADE1-400D-A503-1FF09835AB41}" dt="2024-12-28T15:46:53.687" v="3073" actId="26606"/>
          <ac:spMkLst>
            <pc:docMk/>
            <pc:sldMk cId="2451743714" sldId="270"/>
            <ac:spMk id="81" creationId="{402F5C38-C747-4173-ABBF-656E39E82130}"/>
          </ac:spMkLst>
        </pc:spChg>
        <pc:spChg chg="add">
          <ac:chgData name="Sanjivani Jadhav" userId="2751bfc8e71a4915" providerId="LiveId" clId="{0345D215-ADE1-400D-A503-1FF09835AB41}" dt="2024-12-28T15:46:53.687" v="3073" actId="26606"/>
          <ac:spMkLst>
            <pc:docMk/>
            <pc:sldMk cId="2451743714" sldId="270"/>
            <ac:spMk id="83" creationId="{E37EECFC-A684-4391-AE85-4CDAF5565F61}"/>
          </ac:spMkLst>
        </pc:spChg>
        <pc:grpChg chg="add del">
          <ac:chgData name="Sanjivani Jadhav" userId="2751bfc8e71a4915" providerId="LiveId" clId="{0345D215-ADE1-400D-A503-1FF09835AB41}" dt="2024-12-28T15:46:13.082" v="3066" actId="26606"/>
          <ac:grpSpMkLst>
            <pc:docMk/>
            <pc:sldMk cId="2451743714" sldId="270"/>
            <ac:grpSpMk id="46" creationId="{E9B930FD-8671-4C4C-ADCF-73AC1D0CD417}"/>
          </ac:grpSpMkLst>
        </pc:grpChg>
        <pc:grpChg chg="add del">
          <ac:chgData name="Sanjivani Jadhav" userId="2751bfc8e71a4915" providerId="LiveId" clId="{0345D215-ADE1-400D-A503-1FF09835AB41}" dt="2024-12-28T15:46:13.082" v="3066" actId="26606"/>
          <ac:grpSpMkLst>
            <pc:docMk/>
            <pc:sldMk cId="2451743714" sldId="270"/>
            <ac:grpSpMk id="49" creationId="{383C2651-AE0C-4AE4-8725-E2F9414FE219}"/>
          </ac:grpSpMkLst>
        </pc:grpChg>
        <pc:picChg chg="add mod modCrop">
          <ac:chgData name="Sanjivani Jadhav" userId="2751bfc8e71a4915" providerId="LiveId" clId="{0345D215-ADE1-400D-A503-1FF09835AB41}" dt="2024-12-28T15:47:01.964" v="3076" actId="14100"/>
          <ac:picMkLst>
            <pc:docMk/>
            <pc:sldMk cId="2451743714" sldId="270"/>
            <ac:picMk id="6" creationId="{869174DB-53BE-DE76-40E1-A3C8A98DBC3E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3083993717" sldId="271"/>
        </pc:sldMkLst>
        <pc:spChg chg="add del">
          <ac:chgData name="Sanjivani Jadhav" userId="2751bfc8e71a4915" providerId="LiveId" clId="{0345D215-ADE1-400D-A503-1FF09835AB41}" dt="2024-12-28T15:47:32.035" v="3078" actId="26606"/>
          <ac:spMkLst>
            <pc:docMk/>
            <pc:sldMk cId="3083993717" sldId="271"/>
            <ac:spMk id="10" creationId="{22F15A2D-2324-487D-A02A-BF46C5C580EB}"/>
          </ac:spMkLst>
        </pc:spChg>
        <pc:spChg chg="add del">
          <ac:chgData name="Sanjivani Jadhav" userId="2751bfc8e71a4915" providerId="LiveId" clId="{0345D215-ADE1-400D-A503-1FF09835AB41}" dt="2024-12-28T15:47:32.035" v="3078" actId="26606"/>
          <ac:spMkLst>
            <pc:docMk/>
            <pc:sldMk cId="3083993717" sldId="271"/>
            <ac:spMk id="12" creationId="{2AEAFA59-923A-4F54-8B49-44C970BCC323}"/>
          </ac:spMkLst>
        </pc:spChg>
        <pc:spChg chg="add del">
          <ac:chgData name="Sanjivani Jadhav" userId="2751bfc8e71a4915" providerId="LiveId" clId="{0345D215-ADE1-400D-A503-1FF09835AB41}" dt="2024-12-28T15:47:32.035" v="3078" actId="26606"/>
          <ac:spMkLst>
            <pc:docMk/>
            <pc:sldMk cId="3083993717" sldId="271"/>
            <ac:spMk id="14" creationId="{C37E9D4B-7BFA-4D10-B666-547BAC499469}"/>
          </ac:spMkLst>
        </pc:spChg>
        <pc:picChg chg="add mod modCrop">
          <ac:chgData name="Sanjivani Jadhav" userId="2751bfc8e71a4915" providerId="LiveId" clId="{0345D215-ADE1-400D-A503-1FF09835AB41}" dt="2024-12-28T15:47:32.035" v="3078" actId="26606"/>
          <ac:picMkLst>
            <pc:docMk/>
            <pc:sldMk cId="3083993717" sldId="271"/>
            <ac:picMk id="3" creationId="{AC02D85D-2256-32AB-3DBE-630B69D7E55F}"/>
          </ac:picMkLst>
        </pc:picChg>
        <pc:picChg chg="add mod modCrop">
          <ac:chgData name="Sanjivani Jadhav" userId="2751bfc8e71a4915" providerId="LiveId" clId="{0345D215-ADE1-400D-A503-1FF09835AB41}" dt="2024-12-28T15:47:32.035" v="3078" actId="26606"/>
          <ac:picMkLst>
            <pc:docMk/>
            <pc:sldMk cId="3083993717" sldId="271"/>
            <ac:picMk id="5" creationId="{59950F23-90D5-6B48-1774-87F21DA6B86C}"/>
          </ac:picMkLst>
        </pc:picChg>
      </pc:sldChg>
      <pc:sldChg chg="addSp delSp modSp new mod modTransition setBg">
        <pc:chgData name="Sanjivani Jadhav" userId="2751bfc8e71a4915" providerId="LiveId" clId="{0345D215-ADE1-400D-A503-1FF09835AB41}" dt="2024-12-28T15:55:08.787" v="3134"/>
        <pc:sldMkLst>
          <pc:docMk/>
          <pc:sldMk cId="1082247383" sldId="272"/>
        </pc:sldMkLst>
        <pc:spChg chg="add del">
          <ac:chgData name="Sanjivani Jadhav" userId="2751bfc8e71a4915" providerId="LiveId" clId="{0345D215-ADE1-400D-A503-1FF09835AB41}" dt="2024-12-28T15:49:54.225" v="3098" actId="26606"/>
          <ac:spMkLst>
            <pc:docMk/>
            <pc:sldMk cId="1082247383" sldId="272"/>
            <ac:spMk id="8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5:49:54.225" v="3098" actId="26606"/>
          <ac:spMkLst>
            <pc:docMk/>
            <pc:sldMk cId="1082247383" sldId="272"/>
            <ac:spMk id="10" creationId="{FD073016-B734-483B-8953-5BADEE145112}"/>
          </ac:spMkLst>
        </pc:spChg>
        <pc:spChg chg="add del">
          <ac:chgData name="Sanjivani Jadhav" userId="2751bfc8e71a4915" providerId="LiveId" clId="{0345D215-ADE1-400D-A503-1FF09835AB41}" dt="2024-12-28T15:49:54.225" v="3098" actId="26606"/>
          <ac:spMkLst>
            <pc:docMk/>
            <pc:sldMk cId="1082247383" sldId="272"/>
            <ac:spMk id="12" creationId="{90A7EAB6-59D3-4325-8DE6-E0CA4009CE53}"/>
          </ac:spMkLst>
        </pc:spChg>
        <pc:spChg chg="add del">
          <ac:chgData name="Sanjivani Jadhav" userId="2751bfc8e71a4915" providerId="LiveId" clId="{0345D215-ADE1-400D-A503-1FF09835AB41}" dt="2024-12-28T15:49:54.225" v="3098" actId="26606"/>
          <ac:spMkLst>
            <pc:docMk/>
            <pc:sldMk cId="1082247383" sldId="272"/>
            <ac:spMk id="14" creationId="{A8D57A06-A426-446D-B02C-A2DC6B62E45E}"/>
          </ac:spMkLst>
        </pc:spChg>
        <pc:spChg chg="add del">
          <ac:chgData name="Sanjivani Jadhav" userId="2751bfc8e71a4915" providerId="LiveId" clId="{0345D215-ADE1-400D-A503-1FF09835AB41}" dt="2024-12-28T15:49:54.225" v="3097" actId="26606"/>
          <ac:spMkLst>
            <pc:docMk/>
            <pc:sldMk cId="1082247383" sldId="272"/>
            <ac:spMk id="16" creationId="{0B761509-3B9A-49A6-A84B-C3D86811697D}"/>
          </ac:spMkLst>
        </pc:spChg>
        <pc:spChg chg="add del">
          <ac:chgData name="Sanjivani Jadhav" userId="2751bfc8e71a4915" providerId="LiveId" clId="{0345D215-ADE1-400D-A503-1FF09835AB41}" dt="2024-12-28T15:49:54.225" v="3097" actId="26606"/>
          <ac:spMkLst>
            <pc:docMk/>
            <pc:sldMk cId="1082247383" sldId="272"/>
            <ac:spMk id="17" creationId="{91DE43FD-EB47-414A-B0AB-169B0FFFA527}"/>
          </ac:spMkLst>
        </pc:spChg>
        <pc:spChg chg="add del">
          <ac:chgData name="Sanjivani Jadhav" userId="2751bfc8e71a4915" providerId="LiveId" clId="{0345D215-ADE1-400D-A503-1FF09835AB41}" dt="2024-12-28T15:48:44.569" v="3089" actId="26606"/>
          <ac:spMkLst>
            <pc:docMk/>
            <pc:sldMk cId="1082247383" sldId="272"/>
            <ac:spMk id="19" creationId="{8DAAB828-02C8-4111-AC14-FF5ACEDDFE37}"/>
          </ac:spMkLst>
        </pc:spChg>
        <pc:spChg chg="add del">
          <ac:chgData name="Sanjivani Jadhav" userId="2751bfc8e71a4915" providerId="LiveId" clId="{0345D215-ADE1-400D-A503-1FF09835AB41}" dt="2024-12-28T15:49:44.524" v="3095" actId="26606"/>
          <ac:spMkLst>
            <pc:docMk/>
            <pc:sldMk cId="1082247383" sldId="272"/>
            <ac:spMk id="23" creationId="{2633B3B5-CC90-43F0-8714-D31D1F3F0209}"/>
          </ac:spMkLst>
        </pc:spChg>
        <pc:spChg chg="add del">
          <ac:chgData name="Sanjivani Jadhav" userId="2751bfc8e71a4915" providerId="LiveId" clId="{0345D215-ADE1-400D-A503-1FF09835AB41}" dt="2024-12-28T15:49:44.524" v="3095" actId="26606"/>
          <ac:spMkLst>
            <pc:docMk/>
            <pc:sldMk cId="1082247383" sldId="272"/>
            <ac:spMk id="25" creationId="{A8D57A06-A426-446D-B02C-A2DC6B62E45E}"/>
          </ac:spMkLst>
        </pc:spChg>
        <pc:spChg chg="add del">
          <ac:chgData name="Sanjivani Jadhav" userId="2751bfc8e71a4915" providerId="LiveId" clId="{0345D215-ADE1-400D-A503-1FF09835AB41}" dt="2024-12-28T15:49:25.843" v="3091" actId="26606"/>
          <ac:spMkLst>
            <pc:docMk/>
            <pc:sldMk cId="1082247383" sldId="272"/>
            <ac:spMk id="26" creationId="{0B761509-3B9A-49A6-A84B-C3D86811697D}"/>
          </ac:spMkLst>
        </pc:spChg>
        <pc:spChg chg="add del">
          <ac:chgData name="Sanjivani Jadhav" userId="2751bfc8e71a4915" providerId="LiveId" clId="{0345D215-ADE1-400D-A503-1FF09835AB41}" dt="2024-12-28T15:49:25.843" v="3091" actId="26606"/>
          <ac:spMkLst>
            <pc:docMk/>
            <pc:sldMk cId="1082247383" sldId="272"/>
            <ac:spMk id="27" creationId="{91DE43FD-EB47-414A-B0AB-169B0FFFA527}"/>
          </ac:spMkLst>
        </pc:spChg>
        <pc:spChg chg="add">
          <ac:chgData name="Sanjivani Jadhav" userId="2751bfc8e71a4915" providerId="LiveId" clId="{0345D215-ADE1-400D-A503-1FF09835AB41}" dt="2024-12-28T15:49:54.225" v="3098" actId="26606"/>
          <ac:spMkLst>
            <pc:docMk/>
            <pc:sldMk cId="1082247383" sldId="272"/>
            <ac:spMk id="29" creationId="{CA815F2C-4E80-4019-8E59-FAD3F7F8473D}"/>
          </ac:spMkLst>
        </pc:spChg>
        <pc:spChg chg="add del">
          <ac:chgData name="Sanjivani Jadhav" userId="2751bfc8e71a4915" providerId="LiveId" clId="{0345D215-ADE1-400D-A503-1FF09835AB41}" dt="2024-12-28T15:49:40.940" v="3093" actId="26606"/>
          <ac:spMkLst>
            <pc:docMk/>
            <pc:sldMk cId="1082247383" sldId="272"/>
            <ac:spMk id="30" creationId="{CA815F2C-4E80-4019-8E59-FAD3F7F8473D}"/>
          </ac:spMkLst>
        </pc:spChg>
        <pc:spChg chg="add del">
          <ac:chgData name="Sanjivani Jadhav" userId="2751bfc8e71a4915" providerId="LiveId" clId="{0345D215-ADE1-400D-A503-1FF09835AB41}" dt="2024-12-28T15:49:44.524" v="3095" actId="26606"/>
          <ac:spMkLst>
            <pc:docMk/>
            <pc:sldMk cId="1082247383" sldId="272"/>
            <ac:spMk id="32" creationId="{AB8C311F-7253-4AED-9701-7FC0708C41C7}"/>
          </ac:spMkLst>
        </pc:spChg>
        <pc:spChg chg="add del">
          <ac:chgData name="Sanjivani Jadhav" userId="2751bfc8e71a4915" providerId="LiveId" clId="{0345D215-ADE1-400D-A503-1FF09835AB41}" dt="2024-12-28T15:49:44.524" v="3095" actId="26606"/>
          <ac:spMkLst>
            <pc:docMk/>
            <pc:sldMk cId="1082247383" sldId="272"/>
            <ac:spMk id="33" creationId="{E2384209-CB15-4CDF-9D31-C44FD9A3F20D}"/>
          </ac:spMkLst>
        </pc:spChg>
        <pc:grpChg chg="add del">
          <ac:chgData name="Sanjivani Jadhav" userId="2751bfc8e71a4915" providerId="LiveId" clId="{0345D215-ADE1-400D-A503-1FF09835AB41}" dt="2024-12-28T15:49:54.225" v="3097" actId="26606"/>
          <ac:grpSpMkLst>
            <pc:docMk/>
            <pc:sldMk cId="1082247383" sldId="272"/>
            <ac:grpSpMk id="18" creationId="{58495BCC-CE77-4CC2-952E-846F41119FD5}"/>
          </ac:grpSpMkLst>
        </pc:grpChg>
        <pc:grpChg chg="add del">
          <ac:chgData name="Sanjivani Jadhav" userId="2751bfc8e71a4915" providerId="LiveId" clId="{0345D215-ADE1-400D-A503-1FF09835AB41}" dt="2024-12-28T15:48:44.569" v="3089" actId="26606"/>
          <ac:grpSpMkLst>
            <pc:docMk/>
            <pc:sldMk cId="1082247383" sldId="272"/>
            <ac:grpSpMk id="21" creationId="{C32D4553-E775-4F16-9A6F-FED8D166A5B7}"/>
          </ac:grpSpMkLst>
        </pc:grpChg>
        <pc:grpChg chg="add del">
          <ac:chgData name="Sanjivani Jadhav" userId="2751bfc8e71a4915" providerId="LiveId" clId="{0345D215-ADE1-400D-A503-1FF09835AB41}" dt="2024-12-28T15:49:25.843" v="3091" actId="26606"/>
          <ac:grpSpMkLst>
            <pc:docMk/>
            <pc:sldMk cId="1082247383" sldId="272"/>
            <ac:grpSpMk id="28" creationId="{58495BCC-CE77-4CC2-952E-846F41119FD5}"/>
          </ac:grpSpMkLst>
        </pc:grpChg>
        <pc:picChg chg="add mod modCrop">
          <ac:chgData name="Sanjivani Jadhav" userId="2751bfc8e71a4915" providerId="LiveId" clId="{0345D215-ADE1-400D-A503-1FF09835AB41}" dt="2024-12-28T15:49:54.225" v="3098" actId="26606"/>
          <ac:picMkLst>
            <pc:docMk/>
            <pc:sldMk cId="1082247383" sldId="272"/>
            <ac:picMk id="3" creationId="{395E1CE1-3E22-A039-FC3C-49A72B79DA92}"/>
          </ac:picMkLst>
        </pc:picChg>
      </pc:sldChg>
      <pc:sldMasterChg chg="modTransition modSldLayout">
        <pc:chgData name="Sanjivani Jadhav" userId="2751bfc8e71a4915" providerId="LiveId" clId="{0345D215-ADE1-400D-A503-1FF09835AB41}" dt="2024-12-28T15:55:08.787" v="3134"/>
        <pc:sldMasterMkLst>
          <pc:docMk/>
          <pc:sldMasterMk cId="2848686619" sldId="2147483648"/>
        </pc:sldMasterMkLst>
        <pc:sldLayoutChg chg="modTransition">
          <pc:chgData name="Sanjivani Jadhav" userId="2751bfc8e71a4915" providerId="LiveId" clId="{0345D215-ADE1-400D-A503-1FF09835AB41}" dt="2024-12-28T15:55:08.787" v="3134"/>
          <pc:sldLayoutMkLst>
            <pc:docMk/>
            <pc:sldMasterMk cId="2848686619" sldId="2147483648"/>
            <pc:sldLayoutMk cId="1978635769" sldId="2147483649"/>
          </pc:sldLayoutMkLst>
        </pc:sldLayoutChg>
        <pc:sldLayoutChg chg="modTransition">
          <pc:chgData name="Sanjivani Jadhav" userId="2751bfc8e71a4915" providerId="LiveId" clId="{0345D215-ADE1-400D-A503-1FF09835AB41}" dt="2024-12-28T15:55:08.787" v="3134"/>
          <pc:sldLayoutMkLst>
            <pc:docMk/>
            <pc:sldMasterMk cId="2848686619" sldId="2147483648"/>
            <pc:sldLayoutMk cId="2533282789" sldId="2147483650"/>
          </pc:sldLayoutMkLst>
        </pc:sldLayoutChg>
        <pc:sldLayoutChg chg="modTransition">
          <pc:chgData name="Sanjivani Jadhav" userId="2751bfc8e71a4915" providerId="LiveId" clId="{0345D215-ADE1-400D-A503-1FF09835AB41}" dt="2024-12-28T15:55:08.787" v="3134"/>
          <pc:sldLayoutMkLst>
            <pc:docMk/>
            <pc:sldMasterMk cId="2848686619" sldId="2147483648"/>
            <pc:sldLayoutMk cId="3680489741" sldId="2147483651"/>
          </pc:sldLayoutMkLst>
        </pc:sldLayoutChg>
        <pc:sldLayoutChg chg="modTransition">
          <pc:chgData name="Sanjivani Jadhav" userId="2751bfc8e71a4915" providerId="LiveId" clId="{0345D215-ADE1-400D-A503-1FF09835AB41}" dt="2024-12-28T15:55:08.787" v="3134"/>
          <pc:sldLayoutMkLst>
            <pc:docMk/>
            <pc:sldMasterMk cId="2848686619" sldId="2147483648"/>
            <pc:sldLayoutMk cId="3867419459" sldId="2147483652"/>
          </pc:sldLayoutMkLst>
        </pc:sldLayoutChg>
        <pc:sldLayoutChg chg="modTransition">
          <pc:chgData name="Sanjivani Jadhav" userId="2751bfc8e71a4915" providerId="LiveId" clId="{0345D215-ADE1-400D-A503-1FF09835AB41}" dt="2024-12-28T15:55:08.787" v="3134"/>
          <pc:sldLayoutMkLst>
            <pc:docMk/>
            <pc:sldMasterMk cId="2848686619" sldId="2147483648"/>
            <pc:sldLayoutMk cId="1578692264" sldId="2147483653"/>
          </pc:sldLayoutMkLst>
        </pc:sldLayoutChg>
        <pc:sldLayoutChg chg="modTransition">
          <pc:chgData name="Sanjivani Jadhav" userId="2751bfc8e71a4915" providerId="LiveId" clId="{0345D215-ADE1-400D-A503-1FF09835AB41}" dt="2024-12-28T15:55:08.787" v="3134"/>
          <pc:sldLayoutMkLst>
            <pc:docMk/>
            <pc:sldMasterMk cId="2848686619" sldId="2147483648"/>
            <pc:sldLayoutMk cId="789527141" sldId="2147483654"/>
          </pc:sldLayoutMkLst>
        </pc:sldLayoutChg>
        <pc:sldLayoutChg chg="modTransition">
          <pc:chgData name="Sanjivani Jadhav" userId="2751bfc8e71a4915" providerId="LiveId" clId="{0345D215-ADE1-400D-A503-1FF09835AB41}" dt="2024-12-28T15:55:08.787" v="3134"/>
          <pc:sldLayoutMkLst>
            <pc:docMk/>
            <pc:sldMasterMk cId="2848686619" sldId="2147483648"/>
            <pc:sldLayoutMk cId="4183262868" sldId="2147483655"/>
          </pc:sldLayoutMkLst>
        </pc:sldLayoutChg>
        <pc:sldLayoutChg chg="modTransition">
          <pc:chgData name="Sanjivani Jadhav" userId="2751bfc8e71a4915" providerId="LiveId" clId="{0345D215-ADE1-400D-A503-1FF09835AB41}" dt="2024-12-28T15:55:08.787" v="3134"/>
          <pc:sldLayoutMkLst>
            <pc:docMk/>
            <pc:sldMasterMk cId="2848686619" sldId="2147483648"/>
            <pc:sldLayoutMk cId="278232586" sldId="2147483656"/>
          </pc:sldLayoutMkLst>
        </pc:sldLayoutChg>
        <pc:sldLayoutChg chg="modTransition">
          <pc:chgData name="Sanjivani Jadhav" userId="2751bfc8e71a4915" providerId="LiveId" clId="{0345D215-ADE1-400D-A503-1FF09835AB41}" dt="2024-12-28T15:55:08.787" v="3134"/>
          <pc:sldLayoutMkLst>
            <pc:docMk/>
            <pc:sldMasterMk cId="2848686619" sldId="2147483648"/>
            <pc:sldLayoutMk cId="3618543474" sldId="2147483657"/>
          </pc:sldLayoutMkLst>
        </pc:sldLayoutChg>
        <pc:sldLayoutChg chg="modTransition">
          <pc:chgData name="Sanjivani Jadhav" userId="2751bfc8e71a4915" providerId="LiveId" clId="{0345D215-ADE1-400D-A503-1FF09835AB41}" dt="2024-12-28T15:55:08.787" v="3134"/>
          <pc:sldLayoutMkLst>
            <pc:docMk/>
            <pc:sldMasterMk cId="2848686619" sldId="2147483648"/>
            <pc:sldLayoutMk cId="2683120420" sldId="2147483658"/>
          </pc:sldLayoutMkLst>
        </pc:sldLayoutChg>
        <pc:sldLayoutChg chg="modTransition">
          <pc:chgData name="Sanjivani Jadhav" userId="2751bfc8e71a4915" providerId="LiveId" clId="{0345D215-ADE1-400D-A503-1FF09835AB41}" dt="2024-12-28T15:55:08.787" v="3134"/>
          <pc:sldLayoutMkLst>
            <pc:docMk/>
            <pc:sldMasterMk cId="2848686619" sldId="2147483648"/>
            <pc:sldLayoutMk cId="241460839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8A98A-AF4F-5740-E090-653F38055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5D8DE4-23FC-DEB7-B6C6-EF16232C1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56F6C-C7F3-0C1D-FD48-EA994CE3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15A9-839C-401F-8CAF-6B27A121F19E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8740C-5BD4-E221-936D-28F0AA84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E6362-21EE-75DE-EDA8-3F3F3347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ADDF-3E3E-424B-B582-5A2BB7F6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635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61C8E-D594-3699-C4AF-FA86DEABF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C798C-5AFA-DCC5-E2F4-C03409A80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51346-041D-D347-1B5A-AC4713F8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15A9-839C-401F-8CAF-6B27A121F19E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7EA7D-6244-E295-8340-161B38B71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A10C0-CCC9-4CC3-8DD3-92A18637E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ADDF-3E3E-424B-B582-5A2BB7F6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282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8DD99-64CE-9E22-B5F9-11EA746A0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50AC7-8EA1-BD08-E9B6-AAABDE8CF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B2530-C6CB-24EC-C764-819C756CD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15A9-839C-401F-8CAF-6B27A121F19E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724E6-FC4A-4F13-99DC-333EF670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8A79B-22B8-1E55-68CF-6761A2015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ADDF-3E3E-424B-B582-5A2BB7F6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489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37A88-A673-F497-93E1-E42745795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60FAE-BD8C-D199-CF0A-E06AD3471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700B0-CA04-86EB-269D-599CF9E8C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58058-9E24-4641-12DD-6F7EE5EA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15A9-839C-401F-8CAF-6B27A121F19E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CFE4D-B6ED-84DC-BE42-1C21536D2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622FD-565C-0B92-BE2E-25978257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ADDF-3E3E-424B-B582-5A2BB7F6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419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BE40-710A-E9B3-879B-85FE2AA2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B491F-96FF-530F-2E2F-CF3454EAE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F393B-8DBF-2827-3184-B2A76808D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E936A-ACE9-3820-8CFE-8D101FD9F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0A61AD-06F5-83D3-7289-DA4EB81D8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B1F1B1-A229-1019-7B38-691B747ED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15A9-839C-401F-8CAF-6B27A121F19E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829AB-D5B3-2F6B-6D11-61A5F00F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8F6C3-7423-39B0-7ADF-E58E53CCB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ADDF-3E3E-424B-B582-5A2BB7F6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692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8CB0-1A5D-F714-D999-986FA4496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28CE2-B0C2-8531-4905-DFF3453B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15A9-839C-401F-8CAF-6B27A121F19E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B25030-932B-8A63-62F2-88F59713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4DA77-99B6-4A17-6E44-CC99E966A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ADDF-3E3E-424B-B582-5A2BB7F6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5271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729346-8E8E-4D57-80D5-539674A8E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15A9-839C-401F-8CAF-6B27A121F19E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813E4A-1791-A370-3BCA-4CE79DA27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BE38D-0A37-2A4F-5688-ECF0BBC1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ADDF-3E3E-424B-B582-5A2BB7F6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2628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5B21B-AF37-EF8E-54B6-3A3E5EAB8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AEE19-AFDC-8DAE-820F-E70F2B0B4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A237B-FAFE-33EC-483E-195501D64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F37BF-2279-C2F9-A0DC-A7E7403E5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15A9-839C-401F-8CAF-6B27A121F19E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CF8B6-A5E8-A593-968D-52CF4058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B1BAD-0152-033F-F8C3-8D72812B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ADDF-3E3E-424B-B582-5A2BB7F6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325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6F36B-3C2B-88C7-4103-C2B6DC27C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A36107-134A-439A-B05E-BEF5525F33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8679F-217E-5544-9865-6BA03253F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38579-4695-965E-1680-E1C792AB1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15A9-839C-401F-8CAF-6B27A121F19E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03F6D-F945-486A-4F3A-95E789F5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A4CC8-D87C-D772-1F8A-897445B86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ADDF-3E3E-424B-B582-5A2BB7F6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5434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4D1D-A0FC-6362-179C-73E32960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08343-096D-3CEE-2528-5207E7822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950DD-94C3-CA99-FC23-E87206737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15A9-839C-401F-8CAF-6B27A121F19E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3F4E1-1ABE-2F83-CE3B-725714BBE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AF391-28AD-3E33-3E63-65AE47DC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ADDF-3E3E-424B-B582-5A2BB7F6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120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47F686-B8CB-25B5-CB36-8A7EFB9B07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87EE7-168A-7463-F8E6-F7BFCC5BF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F0E62-E307-A160-6229-BDFFB13E4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15A9-839C-401F-8CAF-6B27A121F19E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F8C65-FE16-0CA6-E736-5C26A966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DE6F4-9CA2-9798-B94E-A97DA46E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4ADDF-3E3E-424B-B582-5A2BB7F6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608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BAD0B1-B781-E577-7930-83580A919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D6A17-E3B5-0026-79DF-E1F0C9DFD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7BFF8-7252-E0A5-3DDD-F273F8458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515A9-839C-401F-8CAF-6B27A121F19E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1D7F9-73C9-B049-4F5C-51DD8557B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9FBA7-35C2-4E7C-59E7-733E5A7BC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4ADDF-3E3E-424B-B582-5A2BB7F6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686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518F67-EFA0-D5D2-448E-802AB52B8AF3}"/>
              </a:ext>
            </a:extLst>
          </p:cNvPr>
          <p:cNvSpPr txBox="1"/>
          <p:nvPr/>
        </p:nvSpPr>
        <p:spPr>
          <a:xfrm>
            <a:off x="823442" y="921715"/>
            <a:ext cx="5163022" cy="26359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STORE DATA ANALYSIS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logo with text on it&#10;&#10;Description automatically generated">
            <a:extLst>
              <a:ext uri="{FF2B5EF4-FFF2-40B4-BE49-F238E27FC236}">
                <a16:creationId xmlns:a16="http://schemas.microsoft.com/office/drawing/2014/main" id="{C32574D3-034C-E35D-7274-582B00793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9060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F54A11-BC2E-EC68-1919-86230BD72C37}"/>
              </a:ext>
            </a:extLst>
          </p:cNvPr>
          <p:cNvGrpSpPr/>
          <p:nvPr/>
        </p:nvGrpSpPr>
        <p:grpSpPr>
          <a:xfrm>
            <a:off x="727669" y="643467"/>
            <a:ext cx="10933389" cy="5571060"/>
            <a:chOff x="-46262" y="255639"/>
            <a:chExt cx="12627259" cy="643416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8AA6F36-99C5-7AC2-1D2C-EC61FC481ABA}"/>
                </a:ext>
              </a:extLst>
            </p:cNvPr>
            <p:cNvSpPr txBox="1"/>
            <p:nvPr/>
          </p:nvSpPr>
          <p:spPr>
            <a:xfrm>
              <a:off x="2810795" y="255639"/>
              <a:ext cx="6931742" cy="8175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786384">
                <a:spcAft>
                  <a:spcPts val="600"/>
                </a:spcAft>
              </a:pPr>
              <a:r>
                <a:rPr lang="en-US" sz="4000" kern="1200" dirty="0">
                  <a:solidFill>
                    <a:schemeClr val="tx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Project Overview</a:t>
              </a:r>
              <a:endParaRPr lang="en-IN" sz="4000" dirty="0">
                <a:latin typeface="Amasis MT Pro Black" panose="02040A04050005020304" pitchFamily="18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1CFF2FF-C2F5-754A-9D3F-20D0E33D6030}"/>
                </a:ext>
              </a:extLst>
            </p:cNvPr>
            <p:cNvSpPr txBox="1"/>
            <p:nvPr/>
          </p:nvSpPr>
          <p:spPr>
            <a:xfrm>
              <a:off x="-46262" y="1492986"/>
              <a:ext cx="10038738" cy="51221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defTabSz="786384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000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This presentation discusses optimizing the analytics process for </a:t>
              </a:r>
              <a:r>
                <a:rPr lang="en-US" sz="2000" dirty="0">
                  <a:latin typeface="Amasis MT Pro" panose="02040504050005020304" pitchFamily="18" charset="0"/>
                </a:rPr>
                <a:t>the </a:t>
              </a:r>
              <a:r>
                <a:rPr lang="en-US" sz="2000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e-commerce company called Olist.</a:t>
              </a:r>
            </a:p>
            <a:p>
              <a:pPr marL="342900" indent="-342900" defTabSz="786384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000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It begins with an overview of the client scenario and scattered data.</a:t>
              </a:r>
            </a:p>
            <a:p>
              <a:pPr marL="342900" indent="-342900" defTabSz="786384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000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The goals are to normalize the data, optimize the ETL process and automate analytics insights.</a:t>
              </a:r>
            </a:p>
            <a:p>
              <a:pPr marL="342900" indent="-342900" defTabSz="786384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000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The presentation describes plans to normalize the data into</a:t>
              </a:r>
            </a:p>
            <a:p>
              <a:pPr defTabSz="786384">
                <a:spcAft>
                  <a:spcPts val="600"/>
                </a:spcAft>
              </a:pPr>
              <a:r>
                <a:rPr lang="en-US" sz="2000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 tables, extract data from CSV files, transform and clean the </a:t>
              </a:r>
            </a:p>
            <a:p>
              <a:pPr defTabSz="786384">
                <a:spcAft>
                  <a:spcPts val="600"/>
                </a:spcAft>
              </a:pPr>
              <a:r>
                <a:rPr lang="en-US" sz="2000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data, and load into </a:t>
              </a:r>
              <a:r>
                <a:rPr lang="en-US" sz="2000" dirty="0">
                  <a:latin typeface="Amasis MT Pro" panose="02040504050005020304" pitchFamily="18" charset="0"/>
                </a:rPr>
                <a:t>the </a:t>
              </a:r>
              <a:r>
                <a:rPr lang="en-US" sz="2000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Excel, Tableau, PowerBI and SQL </a:t>
              </a:r>
            </a:p>
            <a:p>
              <a:pPr defTabSz="786384">
                <a:spcAft>
                  <a:spcPts val="600"/>
                </a:spcAft>
              </a:pPr>
              <a:r>
                <a:rPr lang="en-US" sz="2000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database for analysis.</a:t>
              </a:r>
            </a:p>
            <a:p>
              <a:pPr marL="342900" indent="-342900" defTabSz="786384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000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It shows how analytical procedures and a dashboard can </a:t>
              </a:r>
            </a:p>
            <a:p>
              <a:pPr defTabSz="786384">
                <a:spcAft>
                  <a:spcPts val="600"/>
                </a:spcAft>
              </a:pPr>
              <a:r>
                <a:rPr lang="en-US" sz="2000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provide insights for different aspects.</a:t>
              </a:r>
            </a:p>
            <a:p>
              <a:pPr defTabSz="786384">
                <a:spcAft>
                  <a:spcPts val="600"/>
                </a:spcAft>
              </a:pPr>
              <a:r>
                <a:rPr lang="en-US" sz="1720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 </a:t>
              </a:r>
              <a:endParaRPr lang="en-IN" sz="2000" dirty="0">
                <a:latin typeface="Amasis MT Pro" panose="02040504050005020304" pitchFamily="18" charset="0"/>
              </a:endParaRPr>
            </a:p>
          </p:txBody>
        </p:sp>
        <p:pic>
          <p:nvPicPr>
            <p:cNvPr id="5" name="Picture 4" descr="A blue and green logo">
              <a:extLst>
                <a:ext uri="{FF2B5EF4-FFF2-40B4-BE49-F238E27FC236}">
                  <a16:creationId xmlns:a16="http://schemas.microsoft.com/office/drawing/2014/main" id="{24DF6394-3DBF-8613-AE8E-D2E9212EB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6911" y="3271166"/>
              <a:ext cx="4604086" cy="34186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48357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8A0C0F-D877-5A5F-DDEE-C8385B5BCA8C}"/>
              </a:ext>
            </a:extLst>
          </p:cNvPr>
          <p:cNvGrpSpPr/>
          <p:nvPr/>
        </p:nvGrpSpPr>
        <p:grpSpPr>
          <a:xfrm>
            <a:off x="1417189" y="219649"/>
            <a:ext cx="9781752" cy="5555907"/>
            <a:chOff x="977407" y="-103482"/>
            <a:chExt cx="10447454" cy="593401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40EB44A-F970-4037-9282-B8AAF40B0FF3}"/>
                </a:ext>
              </a:extLst>
            </p:cNvPr>
            <p:cNvSpPr txBox="1"/>
            <p:nvPr/>
          </p:nvSpPr>
          <p:spPr>
            <a:xfrm>
              <a:off x="3048001" y="-103482"/>
              <a:ext cx="622381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50392">
                <a:spcAft>
                  <a:spcPts val="600"/>
                </a:spcAft>
              </a:pPr>
              <a:r>
                <a:rPr lang="en-US" sz="4092" kern="1200" dirty="0">
                  <a:solidFill>
                    <a:schemeClr val="tx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ETL Process</a:t>
              </a:r>
              <a:endParaRPr lang="en-IN" sz="4400" dirty="0">
                <a:latin typeface="Amasis MT Pro Black" panose="02040A04050005020304" pitchFamily="18" charset="0"/>
              </a:endParaRPr>
            </a:p>
          </p:txBody>
        </p:sp>
        <p:pic>
          <p:nvPicPr>
            <p:cNvPr id="6" name="Picture 5" descr="A diagram of a process&#10;&#10;Description automatically generated">
              <a:extLst>
                <a:ext uri="{FF2B5EF4-FFF2-40B4-BE49-F238E27FC236}">
                  <a16:creationId xmlns:a16="http://schemas.microsoft.com/office/drawing/2014/main" id="{8A605AAA-09BF-B55C-C250-ECBB7597B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965" t="38889" r="37653" b="31282"/>
            <a:stretch/>
          </p:blipFill>
          <p:spPr>
            <a:xfrm>
              <a:off x="4792137" y="1852104"/>
              <a:ext cx="2544747" cy="2534220"/>
            </a:xfrm>
            <a:prstGeom prst="rect">
              <a:avLst/>
            </a:prstGeom>
          </p:spPr>
        </p:pic>
        <p:pic>
          <p:nvPicPr>
            <p:cNvPr id="7" name="Picture 6" descr="A diagram of a process&#10;&#10;Description automatically generated">
              <a:extLst>
                <a:ext uri="{FF2B5EF4-FFF2-40B4-BE49-F238E27FC236}">
                  <a16:creationId xmlns:a16="http://schemas.microsoft.com/office/drawing/2014/main" id="{5C0DE012-CFD2-0E61-CD54-4769DECBD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23" t="38559" r="70610" b="31282"/>
            <a:stretch/>
          </p:blipFill>
          <p:spPr>
            <a:xfrm>
              <a:off x="977407" y="1836752"/>
              <a:ext cx="2543907" cy="2564924"/>
            </a:xfrm>
            <a:prstGeom prst="rect">
              <a:avLst/>
            </a:prstGeom>
          </p:spPr>
        </p:pic>
        <p:pic>
          <p:nvPicPr>
            <p:cNvPr id="8" name="Picture 7" descr="A diagram of a process&#10;&#10;Description automatically generated">
              <a:extLst>
                <a:ext uri="{FF2B5EF4-FFF2-40B4-BE49-F238E27FC236}">
                  <a16:creationId xmlns:a16="http://schemas.microsoft.com/office/drawing/2014/main" id="{923AE801-8AFE-9DCB-7134-B2CBB06F9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217" t="38632" r="4520" b="31282"/>
            <a:stretch/>
          </p:blipFill>
          <p:spPr>
            <a:xfrm>
              <a:off x="8670687" y="1882808"/>
              <a:ext cx="2349436" cy="25342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68BD65-7C8C-EB80-5BFC-0C6879FA0FC9}"/>
                </a:ext>
              </a:extLst>
            </p:cNvPr>
            <p:cNvSpPr txBox="1"/>
            <p:nvPr/>
          </p:nvSpPr>
          <p:spPr>
            <a:xfrm>
              <a:off x="1514693" y="1444204"/>
              <a:ext cx="1647290" cy="493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50392">
                <a:spcAft>
                  <a:spcPts val="600"/>
                </a:spcAft>
              </a:pPr>
              <a:r>
                <a:rPr lang="en-US" sz="2400" kern="1200" dirty="0">
                  <a:solidFill>
                    <a:schemeClr val="tx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Extract</a:t>
              </a:r>
              <a:endParaRPr lang="en-IN" sz="2400" dirty="0">
                <a:latin typeface="Amasis MT Pro Black" panose="02040A040500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87E0CC2-65CC-6F82-FCA4-106C087B55AA}"/>
                </a:ext>
              </a:extLst>
            </p:cNvPr>
            <p:cNvSpPr txBox="1"/>
            <p:nvPr/>
          </p:nvSpPr>
          <p:spPr>
            <a:xfrm>
              <a:off x="9124938" y="1444203"/>
              <a:ext cx="1440935" cy="4930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850392">
                <a:spcAft>
                  <a:spcPts val="600"/>
                </a:spcAft>
              </a:pPr>
              <a:r>
                <a:rPr lang="en-US" sz="2400" kern="1200" dirty="0">
                  <a:solidFill>
                    <a:schemeClr val="tx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Load</a:t>
              </a:r>
              <a:endParaRPr lang="en-IN" sz="2400" dirty="0">
                <a:latin typeface="Amasis MT Pro Black" panose="02040A040500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51236F-BA68-B86A-3D26-399DDCF79BEF}"/>
                </a:ext>
              </a:extLst>
            </p:cNvPr>
            <p:cNvSpPr txBox="1"/>
            <p:nvPr/>
          </p:nvSpPr>
          <p:spPr>
            <a:xfrm>
              <a:off x="5102148" y="1444204"/>
              <a:ext cx="1986949" cy="4930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850392">
                <a:spcAft>
                  <a:spcPts val="600"/>
                </a:spcAft>
              </a:pPr>
              <a:r>
                <a:rPr lang="en-US" sz="2400" kern="1200" dirty="0">
                  <a:solidFill>
                    <a:schemeClr val="tx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Transform</a:t>
              </a:r>
              <a:endParaRPr lang="en-IN" sz="2400" dirty="0">
                <a:latin typeface="Amasis MT Pro Black" panose="02040A04050005020304" pitchFamily="18" charset="0"/>
              </a:endParaRPr>
            </a:p>
          </p:txBody>
        </p:sp>
        <p:sp>
          <p:nvSpPr>
            <p:cNvPr id="17" name="Arrow: Notched Right 16">
              <a:extLst>
                <a:ext uri="{FF2B5EF4-FFF2-40B4-BE49-F238E27FC236}">
                  <a16:creationId xmlns:a16="http://schemas.microsoft.com/office/drawing/2014/main" id="{0035AFA2-65F3-A602-7545-97FCA0433335}"/>
                </a:ext>
              </a:extLst>
            </p:cNvPr>
            <p:cNvSpPr/>
            <p:nvPr/>
          </p:nvSpPr>
          <p:spPr>
            <a:xfrm>
              <a:off x="3402732" y="2825453"/>
              <a:ext cx="1430221" cy="722604"/>
            </a:xfrm>
            <a:prstGeom prst="notch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6689B7B-BC47-EE3A-6C0B-7195B5B0812F}"/>
                </a:ext>
              </a:extLst>
            </p:cNvPr>
            <p:cNvSpPr txBox="1"/>
            <p:nvPr/>
          </p:nvSpPr>
          <p:spPr>
            <a:xfrm>
              <a:off x="1262433" y="4417028"/>
              <a:ext cx="2415904" cy="1413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50392">
                <a:spcAft>
                  <a:spcPts val="600"/>
                </a:spcAft>
              </a:pPr>
              <a:r>
                <a:rPr lang="en-US" sz="2000" b="1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Extracting E-Commerce Data from multiple CSV Files.</a:t>
              </a:r>
              <a:endParaRPr lang="en-IN" sz="2000" b="1" dirty="0">
                <a:latin typeface="Amasis MT Pro" panose="020405040500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B2BE52-60D4-6075-78BE-040BEF147142}"/>
                </a:ext>
              </a:extLst>
            </p:cNvPr>
            <p:cNvSpPr txBox="1"/>
            <p:nvPr/>
          </p:nvSpPr>
          <p:spPr>
            <a:xfrm>
              <a:off x="4806920" y="4417028"/>
              <a:ext cx="3140715" cy="1413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50392">
                <a:spcAft>
                  <a:spcPts val="600"/>
                </a:spcAft>
              </a:pPr>
              <a:r>
                <a:rPr lang="en-US" sz="2000" b="1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Performing data cleaning and manipulation on the extracted data</a:t>
              </a:r>
              <a:endParaRPr lang="en-IN" sz="2000" b="1" dirty="0">
                <a:latin typeface="Amasis MT Pro" panose="02040504050005020304" pitchFamily="18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1246DF6-E13F-2B75-2032-B841013E3025}"/>
                </a:ext>
              </a:extLst>
            </p:cNvPr>
            <p:cNvSpPr txBox="1"/>
            <p:nvPr/>
          </p:nvSpPr>
          <p:spPr>
            <a:xfrm>
              <a:off x="8879824" y="4480026"/>
              <a:ext cx="2545037" cy="10847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50392">
                <a:spcAft>
                  <a:spcPts val="600"/>
                </a:spcAft>
              </a:pPr>
              <a:r>
                <a:rPr lang="en-US" sz="2000" b="1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Transforming the data to a destined repository.</a:t>
              </a:r>
              <a:endParaRPr lang="en-IN" sz="2000" b="1" dirty="0">
                <a:latin typeface="Amasis MT Pro" panose="02040504050005020304" pitchFamily="18" charset="0"/>
              </a:endParaRPr>
            </a:p>
          </p:txBody>
        </p:sp>
        <p:sp>
          <p:nvSpPr>
            <p:cNvPr id="23" name="Arrow: Notched Right 22">
              <a:extLst>
                <a:ext uri="{FF2B5EF4-FFF2-40B4-BE49-F238E27FC236}">
                  <a16:creationId xmlns:a16="http://schemas.microsoft.com/office/drawing/2014/main" id="{0F6B2388-4886-2507-EBF0-064DD8D7A192}"/>
                </a:ext>
              </a:extLst>
            </p:cNvPr>
            <p:cNvSpPr/>
            <p:nvPr/>
          </p:nvSpPr>
          <p:spPr>
            <a:xfrm>
              <a:off x="7258278" y="2802113"/>
              <a:ext cx="1430221" cy="745943"/>
            </a:xfrm>
            <a:prstGeom prst="notched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76545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C2F5FF-51FC-DC3E-349A-0DDCCD336AF8}"/>
              </a:ext>
            </a:extLst>
          </p:cNvPr>
          <p:cNvGrpSpPr/>
          <p:nvPr/>
        </p:nvGrpSpPr>
        <p:grpSpPr>
          <a:xfrm>
            <a:off x="1038623" y="643467"/>
            <a:ext cx="10114754" cy="5623743"/>
            <a:chOff x="0" y="289035"/>
            <a:chExt cx="11926529" cy="6631079"/>
          </a:xfrm>
        </p:grpSpPr>
        <p:pic>
          <p:nvPicPr>
            <p:cNvPr id="5" name="Picture 4" descr="A blue circle with a sign&#10;&#10;Description automatically generated">
              <a:extLst>
                <a:ext uri="{FF2B5EF4-FFF2-40B4-BE49-F238E27FC236}">
                  <a16:creationId xmlns:a16="http://schemas.microsoft.com/office/drawing/2014/main" id="{E1949BBF-95BA-799D-9284-00C42EB07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967"/>
            <a:stretch/>
          </p:blipFill>
          <p:spPr>
            <a:xfrm>
              <a:off x="0" y="1058476"/>
              <a:ext cx="6184490" cy="5799524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28D2CB9-78CC-F25A-B8FE-FAB80DEE3F3B}"/>
                </a:ext>
              </a:extLst>
            </p:cNvPr>
            <p:cNvSpPr txBox="1"/>
            <p:nvPr/>
          </p:nvSpPr>
          <p:spPr>
            <a:xfrm>
              <a:off x="3195484" y="289035"/>
              <a:ext cx="59091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768096">
                <a:spcAft>
                  <a:spcPts val="600"/>
                </a:spcAft>
              </a:pPr>
              <a:r>
                <a:rPr lang="en-US" sz="3696" kern="1200">
                  <a:solidFill>
                    <a:schemeClr val="tx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Analysis of KPI’s</a:t>
              </a:r>
              <a:endParaRPr lang="en-IN" sz="4400">
                <a:latin typeface="Amasis MT Pro Black" panose="02040A04050005020304" pitchFamily="18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EB1B0A3-CE93-194B-D223-AECC5707FB46}"/>
                </a:ext>
              </a:extLst>
            </p:cNvPr>
            <p:cNvSpPr txBox="1"/>
            <p:nvPr/>
          </p:nvSpPr>
          <p:spPr>
            <a:xfrm>
              <a:off x="5742039" y="1696080"/>
              <a:ext cx="6184490" cy="5224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8036" indent="-288036" defTabSz="768096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016" b="1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Weekday Vs Weekend Payment Status.</a:t>
              </a:r>
            </a:p>
            <a:p>
              <a:pPr defTabSz="768096">
                <a:spcAft>
                  <a:spcPts val="600"/>
                </a:spcAft>
              </a:pPr>
              <a:endParaRPr lang="en-US" sz="2016" b="1" kern="1200" dirty="0">
                <a:solidFill>
                  <a:schemeClr val="tx1"/>
                </a:solidFill>
                <a:latin typeface="Amasis MT Pro" panose="02040504050005020304" pitchFamily="18" charset="0"/>
                <a:ea typeface="+mn-ea"/>
                <a:cs typeface="+mn-cs"/>
              </a:endParaRPr>
            </a:p>
            <a:p>
              <a:pPr marL="288036" indent="-288036" defTabSz="768096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016" b="1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Payment Type with Review Score 5.</a:t>
              </a:r>
            </a:p>
            <a:p>
              <a:pPr defTabSz="768096">
                <a:spcAft>
                  <a:spcPts val="600"/>
                </a:spcAft>
              </a:pPr>
              <a:endParaRPr lang="en-US" sz="2016" b="1" kern="1200" dirty="0">
                <a:solidFill>
                  <a:schemeClr val="tx1"/>
                </a:solidFill>
                <a:latin typeface="Amasis MT Pro" panose="02040504050005020304" pitchFamily="18" charset="0"/>
                <a:ea typeface="+mn-ea"/>
                <a:cs typeface="+mn-cs"/>
              </a:endParaRPr>
            </a:p>
            <a:p>
              <a:pPr marL="288036" indent="-288036" defTabSz="768096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016" b="1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Average number of delivery days taken for “Pet Shop”.</a:t>
              </a:r>
            </a:p>
            <a:p>
              <a:pPr defTabSz="768096">
                <a:spcAft>
                  <a:spcPts val="600"/>
                </a:spcAft>
              </a:pPr>
              <a:endParaRPr lang="en-US" sz="2016" b="1" kern="1200" dirty="0">
                <a:solidFill>
                  <a:schemeClr val="tx1"/>
                </a:solidFill>
                <a:latin typeface="Amasis MT Pro" panose="02040504050005020304" pitchFamily="18" charset="0"/>
                <a:ea typeface="+mn-ea"/>
                <a:cs typeface="+mn-cs"/>
              </a:endParaRPr>
            </a:p>
            <a:p>
              <a:pPr marL="288036" indent="-288036" defTabSz="768096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016" b="1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Average Price and Payment Value of Sao Paulo City.</a:t>
              </a:r>
            </a:p>
            <a:p>
              <a:pPr defTabSz="768096">
                <a:spcAft>
                  <a:spcPts val="600"/>
                </a:spcAft>
              </a:pPr>
              <a:endParaRPr lang="en-US" sz="2016" b="1" kern="1200" dirty="0">
                <a:solidFill>
                  <a:schemeClr val="tx1"/>
                </a:solidFill>
                <a:latin typeface="Amasis MT Pro" panose="02040504050005020304" pitchFamily="18" charset="0"/>
                <a:ea typeface="+mn-ea"/>
                <a:cs typeface="+mn-cs"/>
              </a:endParaRPr>
            </a:p>
            <a:p>
              <a:pPr marL="288036" indent="-288036" defTabSz="768096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016" b="1" kern="1200" dirty="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Relation between Review Score and Shipping Days.</a:t>
              </a:r>
              <a:endParaRPr lang="en-IN" sz="2400" b="1" dirty="0">
                <a:latin typeface="Amasis MT Pro" panose="020405040500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76296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1D76A5E-967D-A2D5-99AC-02E2F799A026}"/>
              </a:ext>
            </a:extLst>
          </p:cNvPr>
          <p:cNvGrpSpPr/>
          <p:nvPr/>
        </p:nvGrpSpPr>
        <p:grpSpPr>
          <a:xfrm>
            <a:off x="673717" y="457200"/>
            <a:ext cx="10844566" cy="5943600"/>
            <a:chOff x="262558" y="282096"/>
            <a:chExt cx="11303090" cy="6194904"/>
          </a:xfrm>
        </p:grpSpPr>
        <p:pic>
          <p:nvPicPr>
            <p:cNvPr id="3" name="Picture 2" descr="A signpost with a couple of arrows">
              <a:extLst>
                <a:ext uri="{FF2B5EF4-FFF2-40B4-BE49-F238E27FC236}">
                  <a16:creationId xmlns:a16="http://schemas.microsoft.com/office/drawing/2014/main" id="{E9D4C179-4C41-FDE0-AE08-96013CECB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558" y="2585884"/>
              <a:ext cx="4309441" cy="389111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BF2090F-0912-0807-B1A4-06E5D1FEEDEE}"/>
                </a:ext>
              </a:extLst>
            </p:cNvPr>
            <p:cNvSpPr txBox="1"/>
            <p:nvPr/>
          </p:nvSpPr>
          <p:spPr>
            <a:xfrm>
              <a:off x="5469648" y="2703589"/>
              <a:ext cx="6096000" cy="3416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71463" indent="-271463" defTabSz="868680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4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Weekday Orders –</a:t>
              </a:r>
            </a:p>
            <a:p>
              <a:pPr defTabSz="868680">
                <a:spcAft>
                  <a:spcPts val="600"/>
                </a:spcAft>
              </a:pPr>
              <a:r>
                <a:rPr lang="en-US" sz="20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Weekday orders show a consistent pattern, with the highest number of purchases occurring during peak hours of the day. </a:t>
              </a:r>
            </a:p>
            <a:p>
              <a:pPr marL="271463" indent="-271463" defTabSz="868680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endParaRPr lang="en-US" sz="1900" b="1" kern="1200" dirty="0">
                <a:latin typeface="Amasis MT Pro" panose="02040504050005020304" pitchFamily="18" charset="0"/>
                <a:ea typeface="+mn-ea"/>
                <a:cs typeface="+mn-cs"/>
              </a:endParaRPr>
            </a:p>
            <a:p>
              <a:pPr marL="271463" indent="-271463" defTabSz="868680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4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Weekend Orders -</a:t>
              </a:r>
            </a:p>
            <a:p>
              <a:pPr defTabSz="868680">
                <a:spcAft>
                  <a:spcPts val="600"/>
                </a:spcAft>
              </a:pPr>
              <a:r>
                <a:rPr lang="en-US" sz="20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Weekend orders exhibit a more varied pattern, with orders spread throughout the day, indicating different customer behavior. </a:t>
              </a:r>
              <a:endParaRPr lang="en-US" sz="2000" b="1" dirty="0">
                <a:latin typeface="Amasis MT Pro" panose="020405040500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9F3EF2-755A-BBC0-A543-2A5D9156BED6}"/>
                </a:ext>
              </a:extLst>
            </p:cNvPr>
            <p:cNvSpPr txBox="1"/>
            <p:nvPr/>
          </p:nvSpPr>
          <p:spPr>
            <a:xfrm>
              <a:off x="3041566" y="282096"/>
              <a:ext cx="712838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68680">
                <a:spcAft>
                  <a:spcPts val="600"/>
                </a:spcAft>
              </a:pPr>
              <a:r>
                <a:rPr lang="en-US" sz="3800" kern="1200" dirty="0">
                  <a:solidFill>
                    <a:schemeClr val="bg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Weekday Vs Weekend Payment Status</a:t>
              </a:r>
              <a:endParaRPr lang="en-IN" sz="40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41583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1FC2D4C-0DCE-64E2-0F7D-EDF8B210724D}"/>
              </a:ext>
            </a:extLst>
          </p:cNvPr>
          <p:cNvGrpSpPr/>
          <p:nvPr/>
        </p:nvGrpSpPr>
        <p:grpSpPr>
          <a:xfrm>
            <a:off x="585163" y="180428"/>
            <a:ext cx="11032708" cy="6190997"/>
            <a:chOff x="193273" y="55339"/>
            <a:chExt cx="12204206" cy="684838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A3D610D-913A-85F0-891B-0A9AAD99DE09}"/>
                </a:ext>
              </a:extLst>
            </p:cNvPr>
            <p:cNvSpPr txBox="1"/>
            <p:nvPr/>
          </p:nvSpPr>
          <p:spPr>
            <a:xfrm>
              <a:off x="193273" y="2304140"/>
              <a:ext cx="6096000" cy="4599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57175" indent="-257175" defTabSz="822960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4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High Satisfaction –</a:t>
              </a:r>
            </a:p>
            <a:p>
              <a:pPr defTabSz="822960">
                <a:spcAft>
                  <a:spcPts val="600"/>
                </a:spcAft>
              </a:pPr>
              <a:r>
                <a:rPr lang="en-US" sz="20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A significant percentage of orders with a review score of 5 are associated with credit card payments, indicating customer satisfaction and trust in the payment method.</a:t>
              </a:r>
            </a:p>
            <a:p>
              <a:pPr defTabSz="822960">
                <a:spcAft>
                  <a:spcPts val="600"/>
                </a:spcAft>
              </a:pPr>
              <a:endParaRPr lang="en-US" sz="1620" b="1" kern="1200" dirty="0">
                <a:latin typeface="Amasis MT Pro" panose="02040504050005020304" pitchFamily="18" charset="0"/>
                <a:ea typeface="+mn-ea"/>
                <a:cs typeface="+mn-cs"/>
              </a:endParaRPr>
            </a:p>
            <a:p>
              <a:pPr marL="257175" indent="-257175" defTabSz="822960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4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Customer Loyalty -</a:t>
              </a:r>
            </a:p>
            <a:p>
              <a:pPr defTabSz="822960">
                <a:spcAft>
                  <a:spcPts val="600"/>
                </a:spcAft>
              </a:pPr>
              <a:r>
                <a:rPr lang="en-US" sz="20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This observation aligns with the notion that customers tend to use credit cards for repeat purchases, reflecting loyalty and confidence in the Olist shopping experience</a:t>
              </a:r>
              <a:endParaRPr lang="en-IN" sz="2000" b="1" dirty="0">
                <a:latin typeface="Amasis MT Pro" panose="020405040500050203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3CC6019-A20D-A849-56D9-569F50AF8BCA}"/>
                </a:ext>
              </a:extLst>
            </p:cNvPr>
            <p:cNvSpPr txBox="1"/>
            <p:nvPr/>
          </p:nvSpPr>
          <p:spPr>
            <a:xfrm>
              <a:off x="3769589" y="55339"/>
              <a:ext cx="6096000" cy="14639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91286">
                <a:spcAft>
                  <a:spcPts val="540"/>
                </a:spcAft>
              </a:pPr>
              <a:r>
                <a:rPr lang="en-US" sz="4000" kern="1200" dirty="0">
                  <a:solidFill>
                    <a:schemeClr val="bg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Payment Type with Review Score 5</a:t>
              </a:r>
              <a:endParaRPr lang="en-US" sz="4000" kern="12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  <p:pic>
          <p:nvPicPr>
            <p:cNvPr id="10" name="Picture 9" descr="A credit card and a credit card reader&#10;&#10;Description automatically generated">
              <a:extLst>
                <a:ext uri="{FF2B5EF4-FFF2-40B4-BE49-F238E27FC236}">
                  <a16:creationId xmlns:a16="http://schemas.microsoft.com/office/drawing/2014/main" id="{3DEFFE85-D39B-92A9-5D81-56BAD5D03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111"/>
            <a:stretch/>
          </p:blipFill>
          <p:spPr>
            <a:xfrm>
              <a:off x="7137295" y="1629497"/>
              <a:ext cx="3008671" cy="288728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Picture 13" descr="A gauge with different colored faces&#10;&#10;Description automatically generated">
              <a:extLst>
                <a:ext uri="{FF2B5EF4-FFF2-40B4-BE49-F238E27FC236}">
                  <a16:creationId xmlns:a16="http://schemas.microsoft.com/office/drawing/2014/main" id="{3485B206-0757-B99A-6FDB-1665B6E69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4710" y="4516782"/>
              <a:ext cx="2612769" cy="23869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19655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3A8797-F8B7-8FED-3F59-A184BC3D88CB}"/>
              </a:ext>
            </a:extLst>
          </p:cNvPr>
          <p:cNvGrpSpPr/>
          <p:nvPr/>
        </p:nvGrpSpPr>
        <p:grpSpPr>
          <a:xfrm>
            <a:off x="1105055" y="460557"/>
            <a:ext cx="9981890" cy="5940243"/>
            <a:chOff x="195294" y="13531"/>
            <a:chExt cx="10999003" cy="654553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19020DD-E9CD-B7B9-A3C2-1FFF6F387821}"/>
                </a:ext>
              </a:extLst>
            </p:cNvPr>
            <p:cNvSpPr txBox="1"/>
            <p:nvPr/>
          </p:nvSpPr>
          <p:spPr>
            <a:xfrm>
              <a:off x="3042061" y="13531"/>
              <a:ext cx="8013291" cy="1834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91286">
                <a:spcAft>
                  <a:spcPts val="540"/>
                </a:spcAft>
              </a:pPr>
              <a:r>
                <a:rPr lang="en-US" sz="3600" b="1" kern="1200" dirty="0">
                  <a:solidFill>
                    <a:schemeClr val="bg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 </a:t>
              </a:r>
              <a:r>
                <a:rPr lang="en-US" sz="4000" b="1" kern="1200" dirty="0">
                  <a:solidFill>
                    <a:schemeClr val="bg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Average Delivery Time for “Pet Shop” Orders</a:t>
              </a:r>
            </a:p>
            <a:p>
              <a:pPr defTabSz="768096">
                <a:spcAft>
                  <a:spcPts val="600"/>
                </a:spcAft>
              </a:pPr>
              <a:endParaRPr lang="en-US" sz="1800" b="1" kern="1200" dirty="0">
                <a:solidFill>
                  <a:schemeClr val="tx1"/>
                </a:solidFill>
                <a:latin typeface="Amasis MT Pro" panose="02040504050005020304" pitchFamily="18" charset="0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27FCDD4-6871-7B8B-B1B6-61D092586AAB}"/>
                </a:ext>
              </a:extLst>
            </p:cNvPr>
            <p:cNvSpPr txBox="1"/>
            <p:nvPr/>
          </p:nvSpPr>
          <p:spPr>
            <a:xfrm>
              <a:off x="5098297" y="2161321"/>
              <a:ext cx="6096000" cy="42731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57175" indent="-257175" defTabSz="822960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4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Standard Delivery –</a:t>
              </a:r>
            </a:p>
            <a:p>
              <a:pPr defTabSz="822960">
                <a:spcAft>
                  <a:spcPts val="600"/>
                </a:spcAft>
              </a:pPr>
              <a:r>
                <a:rPr lang="en-US" sz="20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The average number of days taken for order delivery for pet shop items is within an acceptable range, indicating efficient logistics and fulfillment processes.</a:t>
              </a:r>
            </a:p>
            <a:p>
              <a:pPr defTabSz="822960">
                <a:spcAft>
                  <a:spcPts val="600"/>
                </a:spcAft>
              </a:pPr>
              <a:endParaRPr lang="en-US" sz="1800" b="1" kern="1200" dirty="0">
                <a:latin typeface="Amasis MT Pro" panose="02040504050005020304" pitchFamily="18" charset="0"/>
                <a:ea typeface="+mn-ea"/>
                <a:cs typeface="+mn-cs"/>
              </a:endParaRPr>
            </a:p>
            <a:p>
              <a:pPr marL="257175" indent="-257175" defTabSz="822960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4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Customer Expectations –</a:t>
              </a:r>
            </a:p>
            <a:p>
              <a:pPr defTabSz="822960">
                <a:spcAft>
                  <a:spcPts val="600"/>
                </a:spcAft>
              </a:pPr>
              <a:r>
                <a:rPr lang="en-US" sz="18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 </a:t>
              </a:r>
              <a:r>
                <a:rPr lang="en-US" sz="2000" b="1" kern="1200" dirty="0">
                  <a:latin typeface="Amasis MT Pro" panose="02040504050005020304" pitchFamily="18" charset="0"/>
                  <a:ea typeface="+mn-ea"/>
                  <a:cs typeface="+mn-cs"/>
                </a:rPr>
                <a:t>This data can be used to set realistic delivery time expectations for pet shop customers, enhancing overall satisfaction and trust in Olist's service.</a:t>
              </a:r>
              <a:endParaRPr lang="en-IN" sz="2000" b="1" dirty="0">
                <a:latin typeface="Amasis MT Pro" panose="02040504050005020304" pitchFamily="18" charset="0"/>
              </a:endParaRPr>
            </a:p>
          </p:txBody>
        </p:sp>
        <p:pic>
          <p:nvPicPr>
            <p:cNvPr id="7" name="Picture 6" descr="A person holding a bag of groceries&#10;&#10;Description automatically generated">
              <a:extLst>
                <a:ext uri="{FF2B5EF4-FFF2-40B4-BE49-F238E27FC236}">
                  <a16:creationId xmlns:a16="http://schemas.microsoft.com/office/drawing/2014/main" id="{47AA1B1B-B269-4D7E-FB5F-6896E9C85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718"/>
            <a:stretch/>
          </p:blipFill>
          <p:spPr>
            <a:xfrm>
              <a:off x="195294" y="1366576"/>
              <a:ext cx="4145593" cy="51924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36766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EEA1875-56B6-A90A-537E-0BD27DC96B2E}"/>
              </a:ext>
            </a:extLst>
          </p:cNvPr>
          <p:cNvGrpSpPr/>
          <p:nvPr/>
        </p:nvGrpSpPr>
        <p:grpSpPr>
          <a:xfrm>
            <a:off x="634213" y="155801"/>
            <a:ext cx="10536478" cy="6304869"/>
            <a:chOff x="-67846" y="-347768"/>
            <a:chExt cx="12157476" cy="727485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FDDF12-4CA8-B2FA-3F4D-F027A6605876}"/>
                </a:ext>
              </a:extLst>
            </p:cNvPr>
            <p:cNvSpPr txBox="1"/>
            <p:nvPr/>
          </p:nvSpPr>
          <p:spPr>
            <a:xfrm>
              <a:off x="1766024" y="-347768"/>
              <a:ext cx="9425920" cy="15270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60563">
                <a:spcAft>
                  <a:spcPts val="516"/>
                </a:spcAft>
              </a:pPr>
              <a:r>
                <a:rPr lang="en-US" sz="4000" b="1" kern="1200" dirty="0">
                  <a:solidFill>
                    <a:schemeClr val="bg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Average Price and Payment Value of Sao Paulo City</a:t>
              </a:r>
              <a:endParaRPr lang="en-US" sz="4000" b="1" kern="1200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6664108-8D6D-AC26-E30A-6274CB67B0F5}"/>
                </a:ext>
              </a:extLst>
            </p:cNvPr>
            <p:cNvSpPr txBox="1"/>
            <p:nvPr/>
          </p:nvSpPr>
          <p:spPr>
            <a:xfrm>
              <a:off x="-67846" y="1756435"/>
              <a:ext cx="5500890" cy="5170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94894" indent="-294894" defTabSz="786384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400" kern="1200" dirty="0">
                  <a:latin typeface="Amasis MT Pro Black" panose="02040A04050005020304" pitchFamily="18" charset="0"/>
                  <a:ea typeface="+mn-ea"/>
                  <a:cs typeface="+mn-cs"/>
                </a:rPr>
                <a:t>Price Analysis –</a:t>
              </a:r>
            </a:p>
            <a:p>
              <a:pPr defTabSz="786384">
                <a:spcAft>
                  <a:spcPts val="600"/>
                </a:spcAft>
              </a:pPr>
              <a:r>
                <a:rPr lang="en-US" sz="2000" kern="1200" dirty="0">
                  <a:latin typeface="Amasis MT Pro Black" panose="02040A04050005020304" pitchFamily="18" charset="0"/>
                  <a:ea typeface="+mn-ea"/>
                  <a:cs typeface="+mn-cs"/>
                </a:rPr>
                <a:t>Customers in Sao Paulo city tend to make purchase of higher average value compared to other regions, reflecting a strong purchasing power and preferences.</a:t>
              </a:r>
            </a:p>
            <a:p>
              <a:pPr defTabSz="786384">
                <a:spcAft>
                  <a:spcPts val="600"/>
                </a:spcAft>
              </a:pPr>
              <a:endParaRPr lang="en-US" sz="1720" kern="1200" dirty="0">
                <a:latin typeface="Amasis MT Pro Black" panose="02040A04050005020304" pitchFamily="18" charset="0"/>
                <a:ea typeface="+mn-ea"/>
                <a:cs typeface="+mn-cs"/>
              </a:endParaRPr>
            </a:p>
            <a:p>
              <a:pPr marL="294894" indent="-294894" defTabSz="786384">
                <a:spcAft>
                  <a:spcPts val="600"/>
                </a:spcAft>
                <a:buFont typeface="Wingdings" panose="05000000000000000000" pitchFamily="2" charset="2"/>
                <a:buChar char="ü"/>
              </a:pPr>
              <a:r>
                <a:rPr lang="en-US" sz="2400" kern="1200" dirty="0">
                  <a:latin typeface="Amasis MT Pro Black" panose="02040A04050005020304" pitchFamily="18" charset="0"/>
                  <a:ea typeface="+mn-ea"/>
                  <a:cs typeface="+mn-cs"/>
                </a:rPr>
                <a:t>Payment Trend –</a:t>
              </a:r>
            </a:p>
            <a:p>
              <a:pPr defTabSz="786384">
                <a:spcAft>
                  <a:spcPts val="600"/>
                </a:spcAft>
              </a:pPr>
              <a:r>
                <a:rPr lang="en-US" sz="2000" kern="1200" dirty="0">
                  <a:latin typeface="Amasis MT Pro Black" panose="02040A04050005020304" pitchFamily="18" charset="0"/>
                  <a:ea typeface="+mn-ea"/>
                  <a:cs typeface="+mn-cs"/>
                </a:rPr>
                <a:t>Credit Card payments are predominant in Sao Paulo, with an average transaction value significantly higher than other payment methods.</a:t>
              </a:r>
              <a:endParaRPr lang="en-IN" sz="2000" dirty="0">
                <a:latin typeface="Amasis MT Pro Black" panose="02040A04050005020304" pitchFamily="18" charset="0"/>
              </a:endParaRPr>
            </a:p>
          </p:txBody>
        </p:sp>
        <p:pic>
          <p:nvPicPr>
            <p:cNvPr id="6" name="Picture 5" descr="A person paying with a credit card">
              <a:extLst>
                <a:ext uri="{FF2B5EF4-FFF2-40B4-BE49-F238E27FC236}">
                  <a16:creationId xmlns:a16="http://schemas.microsoft.com/office/drawing/2014/main" id="{EE187BAB-19B1-78ED-500F-71A2C7054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4826" y="2580710"/>
              <a:ext cx="5924804" cy="42772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9778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604ED65-D004-F83D-3283-7164283AACC4}"/>
              </a:ext>
            </a:extLst>
          </p:cNvPr>
          <p:cNvGrpSpPr/>
          <p:nvPr/>
        </p:nvGrpSpPr>
        <p:grpSpPr>
          <a:xfrm>
            <a:off x="709644" y="457200"/>
            <a:ext cx="10772711" cy="5943601"/>
            <a:chOff x="149033" y="155466"/>
            <a:chExt cx="11384205" cy="628097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AB390DD-2BBA-784B-9E7C-87C063DBB2B8}"/>
                </a:ext>
              </a:extLst>
            </p:cNvPr>
            <p:cNvSpPr txBox="1"/>
            <p:nvPr/>
          </p:nvSpPr>
          <p:spPr>
            <a:xfrm>
              <a:off x="2241754" y="155466"/>
              <a:ext cx="8082115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714790">
                <a:spcAft>
                  <a:spcPts val="558"/>
                </a:spcAft>
              </a:pPr>
              <a:r>
                <a:rPr lang="en-US" sz="3722" b="1" kern="1200" dirty="0">
                  <a:solidFill>
                    <a:schemeClr val="bg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Relationship between Review Score Vs Shipping Days</a:t>
              </a:r>
              <a:endParaRPr lang="en-IN" sz="4000" b="1" dirty="0">
                <a:solidFill>
                  <a:schemeClr val="bg1"/>
                </a:solidFill>
                <a:latin typeface="Amasis MT Pro Black" panose="02040A040500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1A5C3F8-46C9-6262-9923-EBBCE448CF5F}"/>
                </a:ext>
              </a:extLst>
            </p:cNvPr>
            <p:cNvSpPr txBox="1"/>
            <p:nvPr/>
          </p:nvSpPr>
          <p:spPr>
            <a:xfrm>
              <a:off x="5437238" y="2773548"/>
              <a:ext cx="6096000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77738" marR="4727" indent="-265919" defTabSz="850941">
                <a:spcBef>
                  <a:spcPts val="2247"/>
                </a:spcBef>
                <a:buFont typeface="Wingdings" panose="05000000000000000000" pitchFamily="2" charset="2"/>
                <a:buChar char="ü"/>
              </a:pPr>
              <a:r>
                <a:rPr lang="en-US" sz="2233" b="1" kern="1200" dirty="0">
                  <a:latin typeface="Amasis MT Pro" panose="02040504050005020304" pitchFamily="18" charset="0"/>
                  <a:ea typeface="+mn-ea"/>
                  <a:cs typeface="Calibri"/>
                </a:rPr>
                <a:t>Customer Satisfaction –</a:t>
              </a:r>
            </a:p>
            <a:p>
              <a:pPr marL="11819" marR="4727" defTabSz="850941">
                <a:spcBef>
                  <a:spcPts val="2247"/>
                </a:spcBef>
              </a:pP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It</a:t>
              </a:r>
              <a:r>
                <a:rPr lang="en-US" sz="1861" b="1" kern="1200" spc="-19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helps</a:t>
              </a:r>
              <a:r>
                <a:rPr lang="en-US" sz="1861" b="1" kern="1200" spc="9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in</a:t>
              </a:r>
              <a:r>
                <a:rPr lang="en-US" sz="1861" b="1" kern="1200" spc="-28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spc="-9" dirty="0">
                  <a:latin typeface="Amasis MT Pro" panose="02040504050005020304" pitchFamily="18" charset="0"/>
                  <a:ea typeface="+mn-ea"/>
                  <a:cs typeface="Calibri"/>
                </a:rPr>
                <a:t>understanding</a:t>
              </a:r>
              <a:r>
                <a:rPr lang="en-US" sz="1861" b="1" kern="1200" spc="-126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spc="-24" dirty="0">
                  <a:latin typeface="Amasis MT Pro" panose="02040504050005020304" pitchFamily="18" charset="0"/>
                  <a:ea typeface="+mn-ea"/>
                  <a:cs typeface="Calibri"/>
                </a:rPr>
                <a:t>the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impact</a:t>
              </a:r>
              <a:r>
                <a:rPr lang="en-US" sz="1861" b="1" kern="1200" spc="-33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of</a:t>
              </a:r>
              <a:r>
                <a:rPr lang="en-US" sz="1861" b="1" kern="1200" spc="-33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delivery</a:t>
              </a:r>
              <a:r>
                <a:rPr lang="en-US" sz="1861" b="1" kern="1200" spc="33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time</a:t>
              </a:r>
              <a:r>
                <a:rPr lang="en-US" sz="1861" b="1" kern="1200" spc="-47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on</a:t>
              </a:r>
              <a:r>
                <a:rPr lang="en-US" sz="1861" b="1" kern="1200" spc="-28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spc="-9" dirty="0">
                  <a:latin typeface="Amasis MT Pro" panose="02040504050005020304" pitchFamily="18" charset="0"/>
                  <a:ea typeface="+mn-ea"/>
                  <a:cs typeface="Calibri"/>
                </a:rPr>
                <a:t>customer</a:t>
              </a:r>
              <a:r>
                <a:rPr lang="en-US" sz="1861" b="1" kern="1200" spc="-102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spc="-9" dirty="0">
                  <a:latin typeface="Amasis MT Pro" panose="02040504050005020304" pitchFamily="18" charset="0"/>
                  <a:ea typeface="+mn-ea"/>
                  <a:cs typeface="Calibri"/>
                </a:rPr>
                <a:t>satisfaction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levels.</a:t>
              </a:r>
              <a:r>
                <a:rPr lang="en-US" sz="1861" b="1" kern="1200" spc="-19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</a:p>
            <a:p>
              <a:pPr marL="11819" marR="4727" defTabSz="850941">
                <a:spcBef>
                  <a:spcPts val="2247"/>
                </a:spcBef>
              </a:pP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Olist</a:t>
              </a:r>
              <a:r>
                <a:rPr lang="en-US" sz="1861" b="1" kern="1200" spc="-93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can</a:t>
              </a:r>
              <a:r>
                <a:rPr lang="en-US" sz="1861" b="1" kern="1200" spc="-33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use</a:t>
              </a:r>
              <a:r>
                <a:rPr lang="en-US" sz="1861" b="1" kern="1200" spc="-55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this</a:t>
              </a:r>
              <a:r>
                <a:rPr lang="en-US" sz="1861" b="1" kern="1200" spc="-65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spc="-9" dirty="0">
                  <a:latin typeface="Amasis MT Pro" panose="02040504050005020304" pitchFamily="18" charset="0"/>
                  <a:ea typeface="+mn-ea"/>
                  <a:cs typeface="Calibri"/>
                </a:rPr>
                <a:t>information</a:t>
              </a:r>
              <a:r>
                <a:rPr lang="en-US" sz="1861" b="1" kern="1200" spc="-38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to</a:t>
              </a:r>
              <a:r>
                <a:rPr lang="en-US" sz="1861" b="1" kern="1200" spc="-42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optimize</a:t>
              </a:r>
              <a:r>
                <a:rPr lang="en-US" sz="1861" b="1" kern="1200" spc="-55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spc="-9" dirty="0">
                  <a:latin typeface="Amasis MT Pro" panose="02040504050005020304" pitchFamily="18" charset="0"/>
                  <a:ea typeface="+mn-ea"/>
                  <a:cs typeface="Calibri"/>
                </a:rPr>
                <a:t>their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logistics</a:t>
              </a:r>
              <a:r>
                <a:rPr lang="en-US" sz="1861" b="1" kern="1200" spc="-106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and</a:t>
              </a:r>
              <a:r>
                <a:rPr lang="en-US" sz="1861" b="1" kern="1200" spc="-70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spc="-9" dirty="0">
                  <a:latin typeface="Amasis MT Pro" panose="02040504050005020304" pitchFamily="18" charset="0"/>
                  <a:ea typeface="+mn-ea"/>
                  <a:cs typeface="Calibri"/>
                </a:rPr>
                <a:t>improve</a:t>
              </a:r>
              <a:r>
                <a:rPr lang="en-US" sz="1861" b="1" kern="1200" spc="-106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their</a:t>
              </a:r>
              <a:r>
                <a:rPr lang="en-US" sz="1861" b="1" kern="1200" spc="-14" dirty="0">
                  <a:latin typeface="Amasis MT Pro" panose="02040504050005020304" pitchFamily="18" charset="0"/>
                  <a:ea typeface="+mn-ea"/>
                  <a:cs typeface="Calibri"/>
                </a:rPr>
                <a:t> </a:t>
              </a:r>
              <a:r>
                <a:rPr lang="en-US" sz="1861" b="1" kern="1200" dirty="0">
                  <a:latin typeface="Amasis MT Pro" panose="02040504050005020304" pitchFamily="18" charset="0"/>
                  <a:ea typeface="+mn-ea"/>
                  <a:cs typeface="Calibri"/>
                </a:rPr>
                <a:t>delivery </a:t>
              </a:r>
              <a:r>
                <a:rPr lang="en-US" sz="1861" b="1" kern="1200" spc="-9" dirty="0">
                  <a:latin typeface="Amasis MT Pro" panose="02040504050005020304" pitchFamily="18" charset="0"/>
                  <a:ea typeface="+mn-ea"/>
                  <a:cs typeface="Calibri"/>
                </a:rPr>
                <a:t>time.</a:t>
              </a:r>
              <a:endParaRPr lang="en-US" sz="2000" b="1" spc="-10" dirty="0">
                <a:latin typeface="Amasis MT Pro" panose="02040504050005020304" pitchFamily="18" charset="0"/>
                <a:cs typeface="Calibri"/>
              </a:endParaRPr>
            </a:p>
          </p:txBody>
        </p:sp>
        <p:pic>
          <p:nvPicPr>
            <p:cNvPr id="7" name="Picture 6" descr="A person riding a yellow scooter&#10;&#10;Description automatically generated">
              <a:extLst>
                <a:ext uri="{FF2B5EF4-FFF2-40B4-BE49-F238E27FC236}">
                  <a16:creationId xmlns:a16="http://schemas.microsoft.com/office/drawing/2014/main" id="{526DBEDD-235F-F000-4104-B51E38B1F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348" y="4531442"/>
              <a:ext cx="2692811" cy="1905000"/>
            </a:xfrm>
            <a:prstGeom prst="rect">
              <a:avLst/>
            </a:prstGeom>
          </p:spPr>
        </p:pic>
        <p:pic>
          <p:nvPicPr>
            <p:cNvPr id="9" name="Picture 8" descr="A group of chat bubbles with text and stars">
              <a:extLst>
                <a:ext uri="{FF2B5EF4-FFF2-40B4-BE49-F238E27FC236}">
                  <a16:creationId xmlns:a16="http://schemas.microsoft.com/office/drawing/2014/main" id="{259B3710-D3DC-DB8F-C757-AFE1C3235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107"/>
            <a:stretch/>
          </p:blipFill>
          <p:spPr>
            <a:xfrm>
              <a:off x="149033" y="1848844"/>
              <a:ext cx="4527907" cy="25326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5142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Freeform: Shape 3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3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8E7E133-9DEE-4ADD-4BF0-8500C89DE5DD}"/>
              </a:ext>
            </a:extLst>
          </p:cNvPr>
          <p:cNvGrpSpPr/>
          <p:nvPr/>
        </p:nvGrpSpPr>
        <p:grpSpPr>
          <a:xfrm>
            <a:off x="643467" y="952774"/>
            <a:ext cx="10905067" cy="4952454"/>
            <a:chOff x="378455" y="292189"/>
            <a:chExt cx="11813545" cy="53650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1B7D70D-1DCD-A419-5ECF-31D710065656}"/>
                </a:ext>
              </a:extLst>
            </p:cNvPr>
            <p:cNvSpPr txBox="1"/>
            <p:nvPr/>
          </p:nvSpPr>
          <p:spPr>
            <a:xfrm>
              <a:off x="3396786" y="292189"/>
              <a:ext cx="575911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832836">
                <a:spcAft>
                  <a:spcPts val="594"/>
                </a:spcAft>
              </a:pPr>
              <a:r>
                <a:rPr lang="en-US" sz="4008" kern="1200">
                  <a:solidFill>
                    <a:schemeClr val="tx1"/>
                  </a:solidFill>
                  <a:latin typeface="Amasis MT Pro Black" panose="02040A04050005020304" pitchFamily="18" charset="0"/>
                  <a:ea typeface="+mn-ea"/>
                  <a:cs typeface="+mn-cs"/>
                </a:rPr>
                <a:t>Conclusion</a:t>
              </a:r>
              <a:endParaRPr lang="en-IN" sz="4400">
                <a:latin typeface="Amasis MT Pro Black" panose="02040A04050005020304" pitchFamily="18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39FBAE8-84C7-BE5F-B2FE-D55D6AC0C702}"/>
                </a:ext>
              </a:extLst>
            </p:cNvPr>
            <p:cNvSpPr txBox="1"/>
            <p:nvPr/>
          </p:nvSpPr>
          <p:spPr>
            <a:xfrm>
              <a:off x="378455" y="2041200"/>
              <a:ext cx="7363326" cy="2985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60261" indent="-260261" defTabSz="832836">
                <a:spcAft>
                  <a:spcPts val="594"/>
                </a:spcAft>
                <a:buFont typeface="Wingdings" panose="05000000000000000000" pitchFamily="2" charset="2"/>
                <a:buChar char="ü"/>
              </a:pPr>
              <a:r>
                <a:rPr lang="en-US" sz="2186" kern="120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Insights for Improvement</a:t>
              </a:r>
              <a:r>
                <a:rPr lang="en-IN" sz="2186" kern="120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 –</a:t>
              </a:r>
            </a:p>
            <a:p>
              <a:pPr defTabSz="832836">
                <a:spcAft>
                  <a:spcPts val="594"/>
                </a:spcAft>
              </a:pPr>
              <a:r>
                <a:rPr lang="en-IN" sz="1822" kern="120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Analysis of the KPI’s provides valuable insights for optimizing marketing strategies, logistics, and customer engagement to enhance overall performance.</a:t>
              </a:r>
            </a:p>
            <a:p>
              <a:pPr defTabSz="832836">
                <a:spcAft>
                  <a:spcPts val="594"/>
                </a:spcAft>
              </a:pPr>
              <a:endParaRPr lang="en-IN" sz="1822" kern="1200">
                <a:solidFill>
                  <a:schemeClr val="tx1"/>
                </a:solidFill>
                <a:latin typeface="Amasis MT Pro" panose="02040504050005020304" pitchFamily="18" charset="0"/>
                <a:ea typeface="+mn-ea"/>
                <a:cs typeface="+mn-cs"/>
              </a:endParaRPr>
            </a:p>
            <a:p>
              <a:pPr marL="260261" indent="-260261" defTabSz="832836">
                <a:spcAft>
                  <a:spcPts val="594"/>
                </a:spcAft>
                <a:buFont typeface="Wingdings" panose="05000000000000000000" pitchFamily="2" charset="2"/>
                <a:buChar char="ü"/>
              </a:pPr>
              <a:r>
                <a:rPr lang="en-IN" sz="2186" kern="120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Trends and Patterns –</a:t>
              </a:r>
            </a:p>
            <a:p>
              <a:pPr defTabSz="832836">
                <a:spcAft>
                  <a:spcPts val="594"/>
                </a:spcAft>
              </a:pPr>
              <a:r>
                <a:rPr lang="en-IN" sz="1822" kern="1200">
                  <a:solidFill>
                    <a:schemeClr val="tx1"/>
                  </a:solidFill>
                  <a:latin typeface="Amasis MT Pro" panose="02040504050005020304" pitchFamily="18" charset="0"/>
                  <a:ea typeface="+mn-ea"/>
                  <a:cs typeface="+mn-cs"/>
                </a:rPr>
                <a:t>Identifying trends in Customer behaviour, payment patterns and regional preferences can drive targeted business decisions and resource allocation.</a:t>
              </a:r>
              <a:endParaRPr lang="en-US" sz="2000">
                <a:latin typeface="Amasis MT Pro" panose="02040504050005020304" pitchFamily="18" charset="0"/>
              </a:endParaRPr>
            </a:p>
          </p:txBody>
        </p:sp>
        <p:pic>
          <p:nvPicPr>
            <p:cNvPr id="5" name="Picture 4" descr="A light bulb with a person inside&#10;&#10;Description automatically generated">
              <a:extLst>
                <a:ext uri="{FF2B5EF4-FFF2-40B4-BE49-F238E27FC236}">
                  <a16:creationId xmlns:a16="http://schemas.microsoft.com/office/drawing/2014/main" id="{EF7F59BE-F20D-FAE1-A6E1-2D0D183E5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497"/>
            <a:stretch/>
          </p:blipFill>
          <p:spPr>
            <a:xfrm>
              <a:off x="7741781" y="1410613"/>
              <a:ext cx="4450219" cy="42466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9715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D5A349-23C2-5B7D-D7B4-6A2D3E75B2D4}"/>
              </a:ext>
            </a:extLst>
          </p:cNvPr>
          <p:cNvSpPr txBox="1"/>
          <p:nvPr/>
        </p:nvSpPr>
        <p:spPr>
          <a:xfrm>
            <a:off x="699714" y="5490971"/>
            <a:ext cx="6962072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Excel Dashboard</a:t>
            </a: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CDA4CC58-C854-D5DF-0DEB-3513661C9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09" y="390832"/>
            <a:ext cx="11676184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23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EE6A6E-EE61-6B47-FA4D-5D0535A638CA}"/>
              </a:ext>
            </a:extLst>
          </p:cNvPr>
          <p:cNvSpPr txBox="1"/>
          <p:nvPr/>
        </p:nvSpPr>
        <p:spPr>
          <a:xfrm>
            <a:off x="699714" y="5490971"/>
            <a:ext cx="6962072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Power BI Dashboard</a:t>
            </a: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E0A78980-0E3D-C879-68F7-6D56232F8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47" t="18608" r="16676" b="13407"/>
          <a:stretch/>
        </p:blipFill>
        <p:spPr>
          <a:xfrm>
            <a:off x="311498" y="390832"/>
            <a:ext cx="11565653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64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A4A00D-C052-5819-F4F0-2F490F0DB415}"/>
              </a:ext>
            </a:extLst>
          </p:cNvPr>
          <p:cNvSpPr txBox="1"/>
          <p:nvPr/>
        </p:nvSpPr>
        <p:spPr>
          <a:xfrm>
            <a:off x="699714" y="5490971"/>
            <a:ext cx="6962072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Tableau Dashboard</a:t>
            </a:r>
          </a:p>
        </p:txBody>
      </p:sp>
      <p:pic>
        <p:nvPicPr>
          <p:cNvPr id="4" name="Picture 3" descr="A screenshot of a graph">
            <a:extLst>
              <a:ext uri="{FF2B5EF4-FFF2-40B4-BE49-F238E27FC236}">
                <a16:creationId xmlns:a16="http://schemas.microsoft.com/office/drawing/2014/main" id="{FDBDD69E-81D3-9170-C734-A11146973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9" b="4826"/>
          <a:stretch/>
        </p:blipFill>
        <p:spPr>
          <a:xfrm>
            <a:off x="221064" y="207829"/>
            <a:ext cx="11796765" cy="486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409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86987-9958-4FE2-E03A-E234295A7A65}"/>
              </a:ext>
            </a:extLst>
          </p:cNvPr>
          <p:cNvSpPr txBox="1"/>
          <p:nvPr/>
        </p:nvSpPr>
        <p:spPr>
          <a:xfrm>
            <a:off x="699714" y="5490971"/>
            <a:ext cx="6962072" cy="1159200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SQL Code Syntax</a:t>
            </a: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869174DB-53BE-DE76-40E1-A3C8A98DB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92" t="17583" r="11484" b="25714"/>
          <a:stretch/>
        </p:blipFill>
        <p:spPr>
          <a:xfrm>
            <a:off x="140678" y="207829"/>
            <a:ext cx="11756570" cy="47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437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AC02D85D-2256-32AB-3DBE-630B69D7E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5" t="17729" r="2335" b="29817"/>
          <a:stretch/>
        </p:blipFill>
        <p:spPr>
          <a:xfrm>
            <a:off x="274007" y="232626"/>
            <a:ext cx="11455877" cy="4673671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9950F23-90D5-6B48-1774-87F21DA6B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07" t="48889" r="15259" b="29502"/>
          <a:stretch/>
        </p:blipFill>
        <p:spPr>
          <a:xfrm>
            <a:off x="196305" y="4906297"/>
            <a:ext cx="11533579" cy="171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993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18">
            <a:extLst>
              <a:ext uri="{FF2B5EF4-FFF2-40B4-BE49-F238E27FC236}">
                <a16:creationId xmlns:a16="http://schemas.microsoft.com/office/drawing/2014/main" id="{CA815F2C-4E80-4019-8E59-FAD3F7F84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009304" cy="6858000"/>
          </a:xfrm>
          <a:custGeom>
            <a:avLst/>
            <a:gdLst>
              <a:gd name="connsiteX0" fmla="*/ 8239723 w 12009304"/>
              <a:gd name="connsiteY0" fmla="*/ 5083103 h 6858000"/>
              <a:gd name="connsiteX1" fmla="*/ 9505105 w 12009304"/>
              <a:gd name="connsiteY1" fmla="*/ 5083103 h 6858000"/>
              <a:gd name="connsiteX2" fmla="*/ 9564676 w 12009304"/>
              <a:gd name="connsiteY2" fmla="*/ 5091016 h 6858000"/>
              <a:gd name="connsiteX3" fmla="*/ 9605648 w 12009304"/>
              <a:gd name="connsiteY3" fmla="*/ 5108194 h 6858000"/>
              <a:gd name="connsiteX4" fmla="*/ 9580608 w 12009304"/>
              <a:gd name="connsiteY4" fmla="*/ 5151499 h 6858000"/>
              <a:gd name="connsiteX5" fmla="*/ 8693486 w 12009304"/>
              <a:gd name="connsiteY5" fmla="*/ 6685800 h 6858000"/>
              <a:gd name="connsiteX6" fmla="*/ 8595419 w 12009304"/>
              <a:gd name="connsiteY6" fmla="*/ 6814017 h 6858000"/>
              <a:gd name="connsiteX7" fmla="*/ 8545620 w 12009304"/>
              <a:gd name="connsiteY7" fmla="*/ 6858000 h 6858000"/>
              <a:gd name="connsiteX8" fmla="*/ 7612173 w 12009304"/>
              <a:gd name="connsiteY8" fmla="*/ 6858000 h 6858000"/>
              <a:gd name="connsiteX9" fmla="*/ 7591825 w 12009304"/>
              <a:gd name="connsiteY9" fmla="*/ 6822959 h 6858000"/>
              <a:gd name="connsiteX10" fmla="*/ 7411622 w 12009304"/>
              <a:gd name="connsiteY10" fmla="*/ 6512633 h 6858000"/>
              <a:gd name="connsiteX11" fmla="*/ 7411622 w 12009304"/>
              <a:gd name="connsiteY11" fmla="*/ 6289354 h 6858000"/>
              <a:gd name="connsiteX12" fmla="*/ 8045680 w 12009304"/>
              <a:gd name="connsiteY12" fmla="*/ 5197465 h 6858000"/>
              <a:gd name="connsiteX13" fmla="*/ 8239723 w 12009304"/>
              <a:gd name="connsiteY13" fmla="*/ 5083103 h 6858000"/>
              <a:gd name="connsiteX14" fmla="*/ 10622296 w 12009304"/>
              <a:gd name="connsiteY14" fmla="*/ 1326563 h 6858000"/>
              <a:gd name="connsiteX15" fmla="*/ 11448522 w 12009304"/>
              <a:gd name="connsiteY15" fmla="*/ 1326563 h 6858000"/>
              <a:gd name="connsiteX16" fmla="*/ 11577006 w 12009304"/>
              <a:gd name="connsiteY16" fmla="*/ 1401233 h 6858000"/>
              <a:gd name="connsiteX17" fmla="*/ 11989228 w 12009304"/>
              <a:gd name="connsiteY17" fmla="*/ 2114179 h 6858000"/>
              <a:gd name="connsiteX18" fmla="*/ 11989228 w 12009304"/>
              <a:gd name="connsiteY18" fmla="*/ 2259969 h 6858000"/>
              <a:gd name="connsiteX19" fmla="*/ 11577006 w 12009304"/>
              <a:gd name="connsiteY19" fmla="*/ 2972914 h 6858000"/>
              <a:gd name="connsiteX20" fmla="*/ 11448522 w 12009304"/>
              <a:gd name="connsiteY20" fmla="*/ 3047587 h 6858000"/>
              <a:gd name="connsiteX21" fmla="*/ 10622296 w 12009304"/>
              <a:gd name="connsiteY21" fmla="*/ 3047587 h 6858000"/>
              <a:gd name="connsiteX22" fmla="*/ 10495594 w 12009304"/>
              <a:gd name="connsiteY22" fmla="*/ 2972914 h 6858000"/>
              <a:gd name="connsiteX23" fmla="*/ 10081589 w 12009304"/>
              <a:gd name="connsiteY23" fmla="*/ 2259969 h 6858000"/>
              <a:gd name="connsiteX24" fmla="*/ 10081589 w 12009304"/>
              <a:gd name="connsiteY24" fmla="*/ 2114179 h 6858000"/>
              <a:gd name="connsiteX25" fmla="*/ 10495594 w 12009304"/>
              <a:gd name="connsiteY25" fmla="*/ 1401233 h 6858000"/>
              <a:gd name="connsiteX26" fmla="*/ 10622296 w 12009304"/>
              <a:gd name="connsiteY26" fmla="*/ 1326563 h 6858000"/>
              <a:gd name="connsiteX27" fmla="*/ 0 w 12009304"/>
              <a:gd name="connsiteY27" fmla="*/ 0 h 6858000"/>
              <a:gd name="connsiteX28" fmla="*/ 4457990 w 12009304"/>
              <a:gd name="connsiteY28" fmla="*/ 0 h 6858000"/>
              <a:gd name="connsiteX29" fmla="*/ 5902610 w 12009304"/>
              <a:gd name="connsiteY29" fmla="*/ 0 h 6858000"/>
              <a:gd name="connsiteX30" fmla="*/ 8476869 w 12009304"/>
              <a:gd name="connsiteY30" fmla="*/ 0 h 6858000"/>
              <a:gd name="connsiteX31" fmla="*/ 8535933 w 12009304"/>
              <a:gd name="connsiteY31" fmla="*/ 39849 h 6858000"/>
              <a:gd name="connsiteX32" fmla="*/ 8693486 w 12009304"/>
              <a:gd name="connsiteY32" fmla="*/ 220603 h 6858000"/>
              <a:gd name="connsiteX33" fmla="*/ 10389180 w 12009304"/>
              <a:gd name="connsiteY33" fmla="*/ 3153347 h 6858000"/>
              <a:gd name="connsiteX34" fmla="*/ 10389180 w 12009304"/>
              <a:gd name="connsiteY34" fmla="*/ 3753061 h 6858000"/>
              <a:gd name="connsiteX35" fmla="*/ 9759557 w 12009304"/>
              <a:gd name="connsiteY35" fmla="*/ 4842009 h 6858000"/>
              <a:gd name="connsiteX36" fmla="*/ 9706493 w 12009304"/>
              <a:gd name="connsiteY36" fmla="*/ 4933778 h 6858000"/>
              <a:gd name="connsiteX37" fmla="*/ 9708360 w 12009304"/>
              <a:gd name="connsiteY37" fmla="*/ 4934561 h 6858000"/>
              <a:gd name="connsiteX38" fmla="*/ 9802002 w 12009304"/>
              <a:gd name="connsiteY38" fmla="*/ 5029008 h 6858000"/>
              <a:gd name="connsiteX39" fmla="*/ 10514131 w 12009304"/>
              <a:gd name="connsiteY39" fmla="*/ 6260653 h 6858000"/>
              <a:gd name="connsiteX40" fmla="*/ 10514131 w 12009304"/>
              <a:gd name="connsiteY40" fmla="*/ 6512512 h 6858000"/>
              <a:gd name="connsiteX41" fmla="*/ 10340271 w 12009304"/>
              <a:gd name="connsiteY41" fmla="*/ 6813206 h 6858000"/>
              <a:gd name="connsiteX42" fmla="*/ 10314372 w 12009304"/>
              <a:gd name="connsiteY42" fmla="*/ 6858000 h 6858000"/>
              <a:gd name="connsiteX43" fmla="*/ 10119136 w 12009304"/>
              <a:gd name="connsiteY43" fmla="*/ 6858000 h 6858000"/>
              <a:gd name="connsiteX44" fmla="*/ 10122008 w 12009304"/>
              <a:gd name="connsiteY44" fmla="*/ 6853033 h 6858000"/>
              <a:gd name="connsiteX45" fmla="*/ 10327158 w 12009304"/>
              <a:gd name="connsiteY45" fmla="*/ 6498223 h 6858000"/>
              <a:gd name="connsiteX46" fmla="*/ 10327158 w 12009304"/>
              <a:gd name="connsiteY46" fmla="*/ 6274942 h 6858000"/>
              <a:gd name="connsiteX47" fmla="*/ 9695832 w 12009304"/>
              <a:gd name="connsiteY47" fmla="*/ 5183053 h 6858000"/>
              <a:gd name="connsiteX48" fmla="*/ 9612819 w 12009304"/>
              <a:gd name="connsiteY48" fmla="*/ 5099323 h 6858000"/>
              <a:gd name="connsiteX49" fmla="*/ 9603213 w 12009304"/>
              <a:gd name="connsiteY49" fmla="*/ 5095298 h 6858000"/>
              <a:gd name="connsiteX50" fmla="*/ 9654707 w 12009304"/>
              <a:gd name="connsiteY50" fmla="*/ 5006238 h 6858000"/>
              <a:gd name="connsiteX51" fmla="*/ 9693004 w 12009304"/>
              <a:gd name="connsiteY51" fmla="*/ 4940002 h 6858000"/>
              <a:gd name="connsiteX52" fmla="*/ 9653283 w 12009304"/>
              <a:gd name="connsiteY52" fmla="*/ 4923348 h 6858000"/>
              <a:gd name="connsiteX53" fmla="*/ 9586087 w 12009304"/>
              <a:gd name="connsiteY53" fmla="*/ 4914420 h 6858000"/>
              <a:gd name="connsiteX54" fmla="*/ 8158743 w 12009304"/>
              <a:gd name="connsiteY54" fmla="*/ 4914420 h 6858000"/>
              <a:gd name="connsiteX55" fmla="*/ 7939863 w 12009304"/>
              <a:gd name="connsiteY55" fmla="*/ 5043420 h 6858000"/>
              <a:gd name="connsiteX56" fmla="*/ 7224650 w 12009304"/>
              <a:gd name="connsiteY56" fmla="*/ 6275065 h 6858000"/>
              <a:gd name="connsiteX57" fmla="*/ 7224650 w 12009304"/>
              <a:gd name="connsiteY57" fmla="*/ 6526922 h 6858000"/>
              <a:gd name="connsiteX58" fmla="*/ 7350544 w 12009304"/>
              <a:gd name="connsiteY58" fmla="*/ 6743723 h 6858000"/>
              <a:gd name="connsiteX59" fmla="*/ 7416905 w 12009304"/>
              <a:gd name="connsiteY59" fmla="*/ 6858000 h 6858000"/>
              <a:gd name="connsiteX60" fmla="*/ 5902610 w 12009304"/>
              <a:gd name="connsiteY60" fmla="*/ 6858000 h 6858000"/>
              <a:gd name="connsiteX61" fmla="*/ 4389357 w 12009304"/>
              <a:gd name="connsiteY61" fmla="*/ 6858000 h 6858000"/>
              <a:gd name="connsiteX62" fmla="*/ 0 w 12009304"/>
              <a:gd name="connsiteY6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blue and purple circles with white text">
            <a:extLst>
              <a:ext uri="{FF2B5EF4-FFF2-40B4-BE49-F238E27FC236}">
                <a16:creationId xmlns:a16="http://schemas.microsoft.com/office/drawing/2014/main" id="{395E1CE1-3E22-A039-FC3C-49A72B79D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" b="7420"/>
          <a:stretch/>
        </p:blipFill>
        <p:spPr>
          <a:xfrm>
            <a:off x="965200" y="1689844"/>
            <a:ext cx="6569449" cy="346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473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F4861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527</Words>
  <Application>Microsoft Office PowerPoint</Application>
  <PresentationFormat>Widescreen</PresentationFormat>
  <Paragraphs>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Amasis MT Pro</vt:lpstr>
      <vt:lpstr>Amasis MT Pro Black</vt:lpstr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Sanjivani Jadhav</dc:creator>
  <cp:lastModifiedBy>Sanjivani Jadhav</cp:lastModifiedBy>
  <cp:revision>1</cp:revision>
  <dcterms:created xsi:type="dcterms:W3CDTF">2024-12-28T12:41:42Z</dcterms:created>
  <dcterms:modified xsi:type="dcterms:W3CDTF">2024-12-28T15:55:17Z</dcterms:modified>
</cp:coreProperties>
</file>